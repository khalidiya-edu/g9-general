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312" r:id="rId11"/>
    <p:sldId id="264" r:id="rId12"/>
    <p:sldId id="266" r:id="rId13"/>
    <p:sldId id="265" r:id="rId14"/>
    <p:sldId id="317" r:id="rId15"/>
    <p:sldId id="267" r:id="rId16"/>
    <p:sldId id="269" r:id="rId17"/>
    <p:sldId id="311" r:id="rId18"/>
    <p:sldId id="275" r:id="rId19"/>
    <p:sldId id="270" r:id="rId20"/>
    <p:sldId id="272" r:id="rId21"/>
    <p:sldId id="304" r:id="rId22"/>
    <p:sldId id="268" r:id="rId23"/>
    <p:sldId id="313" r:id="rId24"/>
    <p:sldId id="274" r:id="rId25"/>
    <p:sldId id="273" r:id="rId26"/>
    <p:sldId id="276" r:id="rId27"/>
    <p:sldId id="277" r:id="rId28"/>
    <p:sldId id="279" r:id="rId29"/>
    <p:sldId id="305" r:id="rId30"/>
    <p:sldId id="306" r:id="rId31"/>
    <p:sldId id="307" r:id="rId32"/>
    <p:sldId id="308" r:id="rId33"/>
    <p:sldId id="309" r:id="rId34"/>
    <p:sldId id="310" r:id="rId35"/>
    <p:sldId id="314" r:id="rId36"/>
    <p:sldId id="315" r:id="rId37"/>
    <p:sldId id="31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4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1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24 11087 0 0,'0'0'488'0'0,"-10"-7"104"0"0,0-1 1448 0 0,23 0-2456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8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0 11519 0 0,'-50'8'512'0'0,"26"-1"96"0"0,6 0-480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9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5 14279 0 0,'-12'-5'1528'0'0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9:18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13 9215 0 0,'-19'9'634'0'0,"14"-7"-613"0"0,0 0 0 0 0,0 1 0 0 0,0 0-1 0 0,1 0 1 0 0,-1 0 0 0 0,1 0 0 0 0,0 0 0 0 0,-6 7 0 0 0,9-9-235 0 0,0-12-602 0 0,0-33 16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1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24 11087 0 0,'0'0'488'0'0,"-10"-7"104"0"0,0-1 1448 0 0,23 0-2456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8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0 11519 0 0,'-50'8'512'0'0,"26"-1"96"0"0,6 0-480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9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5 14279 0 0,'-12'-5'1528'0'0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9:18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13 9215 0 0,'-19'9'634'0'0,"14"-7"-613"0"0,0 0 0 0 0,0 1 0 0 0,0 0-1 0 0,1 0 1 0 0,-1 0 0 0 0,1 0 0 0 0,0 0 0 0 0,-6 7 0 0 0,9-9-235 0 0,0-12-602 0 0,0-33 16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1.3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24 11087 0 0,'0'0'488'0'0,"-10"-7"104"0"0,0-1 1448 0 0,23 0-2456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8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0 11519 0 0,'-50'8'512'0'0,"26"-1"96"0"0,6 0-480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11T13:18:29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5 14279 0 0,'-12'-5'1528'0'0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Sunday, October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5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Sunday, October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4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0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5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4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4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48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2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Sunday, October 25,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1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Sunday, October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650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50.png"/><Relationship Id="rId4" Type="http://schemas.openxmlformats.org/officeDocument/2006/relationships/image" Target="../media/image5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314.png"/><Relationship Id="rId7" Type="http://schemas.openxmlformats.org/officeDocument/2006/relationships/image" Target="../media/image13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315.png"/><Relationship Id="rId10" Type="http://schemas.openxmlformats.org/officeDocument/2006/relationships/image" Target="../media/image67.png"/><Relationship Id="rId4" Type="http://schemas.openxmlformats.org/officeDocument/2006/relationships/customXml" Target="../ink/ink2.xml"/><Relationship Id="rId9" Type="http://schemas.openxmlformats.org/officeDocument/2006/relationships/image" Target="../media/image13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314.png"/><Relationship Id="rId7" Type="http://schemas.openxmlformats.org/officeDocument/2006/relationships/image" Target="../media/image137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377.png"/><Relationship Id="rId10" Type="http://schemas.openxmlformats.org/officeDocument/2006/relationships/image" Target="../media/image68.png"/><Relationship Id="rId4" Type="http://schemas.openxmlformats.org/officeDocument/2006/relationships/customXml" Target="../ink/ink6.xml"/><Relationship Id="rId9" Type="http://schemas.openxmlformats.org/officeDocument/2006/relationships/image" Target="../media/image137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314.png"/><Relationship Id="rId7" Type="http://schemas.openxmlformats.org/officeDocument/2006/relationships/image" Target="../media/image137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377.png"/><Relationship Id="rId4" Type="http://schemas.openxmlformats.org/officeDocument/2006/relationships/customXml" Target="../ink/ink10.xml"/><Relationship Id="rId9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56AE383-06A1-42D3-B1AF-CE22194F54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70B90B-BED1-4715-9BFE-9622C47A2B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46FBF-A259-4C12-8C51-76E75B33E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9091" y="2499807"/>
            <a:ext cx="5015638" cy="1116957"/>
          </a:xfrm>
        </p:spPr>
        <p:txBody>
          <a:bodyPr>
            <a:normAutofit/>
          </a:bodyPr>
          <a:lstStyle/>
          <a:p>
            <a:r>
              <a:rPr lang="ar-AE" dirty="0">
                <a:latin typeface="Aharoni" panose="02010803020104030203" pitchFamily="2" charset="-79"/>
              </a:rPr>
              <a:t>مراجعة الوحدة الثانية</a:t>
            </a:r>
            <a:endParaRPr lang="en-GB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1DC87-4E01-436E-9A72-956830670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819" y="4649622"/>
            <a:ext cx="5015638" cy="541577"/>
          </a:xfrm>
        </p:spPr>
        <p:txBody>
          <a:bodyPr>
            <a:normAutofit/>
          </a:bodyPr>
          <a:lstStyle/>
          <a:p>
            <a:r>
              <a:rPr lang="ar-AE" dirty="0">
                <a:cs typeface="Akhbar MT" pitchFamily="2" charset="-78"/>
              </a:rPr>
              <a:t>إعداد </a:t>
            </a:r>
            <a:r>
              <a:rPr lang="ar-AE" dirty="0" smtClean="0">
                <a:cs typeface="Akhbar MT" pitchFamily="2" charset="-78"/>
              </a:rPr>
              <a:t>المعلم :</a:t>
            </a:r>
            <a:r>
              <a:rPr lang="ar-AE" dirty="0">
                <a:cs typeface="Akhbar MT" pitchFamily="2" charset="-78"/>
              </a:rPr>
              <a:t> </a:t>
            </a:r>
            <a:r>
              <a:rPr lang="ar-AE" dirty="0" smtClean="0">
                <a:cs typeface="Akhbar MT" pitchFamily="2" charset="-78"/>
              </a:rPr>
              <a:t>إبراهيم الصالح</a:t>
            </a:r>
            <a:endParaRPr lang="en-GB" dirty="0">
              <a:cs typeface="Akhbar MT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BEF31-1071-4874-88E5-52CC4BEFCA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37" b="-1"/>
          <a:stretch/>
        </p:blipFill>
        <p:spPr>
          <a:xfrm flipH="1">
            <a:off x="12192001" y="10"/>
            <a:ext cx="64654" cy="6857990"/>
          </a:xfrm>
          <a:custGeom>
            <a:avLst/>
            <a:gdLst/>
            <a:ahLst/>
            <a:cxnLst/>
            <a:rect l="l" t="t" r="r" b="b"/>
            <a:pathLst>
              <a:path w="5903725" h="6858000">
                <a:moveTo>
                  <a:pt x="17547" y="0"/>
                </a:moveTo>
                <a:lnTo>
                  <a:pt x="5903725" y="0"/>
                </a:lnTo>
                <a:lnTo>
                  <a:pt x="5903725" y="6858000"/>
                </a:lnTo>
                <a:lnTo>
                  <a:pt x="57217" y="6858000"/>
                </a:lnTo>
                <a:lnTo>
                  <a:pt x="57185" y="6699667"/>
                </a:lnTo>
                <a:cubicBezTo>
                  <a:pt x="57923" y="6526851"/>
                  <a:pt x="61039" y="6384211"/>
                  <a:pt x="67005" y="6279216"/>
                </a:cubicBezTo>
                <a:cubicBezTo>
                  <a:pt x="108514" y="5194623"/>
                  <a:pt x="-44577" y="788432"/>
                  <a:pt x="13203" y="4200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307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2.1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كتابة المعادلات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B1812-9352-480B-8A63-F866F6224C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0" t="27648" r="26369" b="44376"/>
          <a:stretch/>
        </p:blipFill>
        <p:spPr>
          <a:xfrm>
            <a:off x="1731399" y="2221487"/>
            <a:ext cx="8450416" cy="3186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CC9B38-B4FD-48C6-A804-A12D254EAEAC}"/>
              </a:ext>
            </a:extLst>
          </p:cNvPr>
          <p:cNvSpPr/>
          <p:nvPr/>
        </p:nvSpPr>
        <p:spPr>
          <a:xfrm>
            <a:off x="1823190" y="3429000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2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2.1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كتابة المعادلات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2221488" y="2058803"/>
            <a:ext cx="936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2400" b="1" dirty="0"/>
              <a:t>حول</a:t>
            </a:r>
            <a:r>
              <a:rPr lang="ar-AE" sz="2400" b="1" dirty="0">
                <a:solidFill>
                  <a:schemeClr val="bg1"/>
                </a:solidFill>
              </a:rPr>
              <a:t>حول العبارة(أربعة مضروبة في مجموع 14و</a:t>
            </a:r>
            <a:r>
              <a:rPr lang="en-GB" sz="2400" b="1" dirty="0">
                <a:solidFill>
                  <a:schemeClr val="bg1"/>
                </a:solidFill>
              </a:rPr>
              <a:t>c</a:t>
            </a:r>
            <a:r>
              <a:rPr lang="ar-AE" sz="2400" b="1" dirty="0">
                <a:solidFill>
                  <a:schemeClr val="bg1"/>
                </a:solidFill>
              </a:rPr>
              <a:t>يساوي مربع </a:t>
            </a:r>
            <a:r>
              <a:rPr lang="en-GB" sz="2400" b="1" dirty="0">
                <a:solidFill>
                  <a:schemeClr val="bg1"/>
                </a:solidFill>
              </a:rPr>
              <a:t>a</a:t>
            </a:r>
            <a:r>
              <a:rPr lang="ar-AE" sz="2400" b="1" dirty="0">
                <a:solidFill>
                  <a:schemeClr val="bg1"/>
                </a:solidFill>
              </a:rPr>
              <a:t>)الى معادلة: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262209" y="3203205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209" y="3203205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375341" y="4675748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(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341" y="4675748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d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3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247882" y="3203205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92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2.2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الخطوة الواحدة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2221488" y="2058803"/>
            <a:ext cx="936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400" b="1" dirty="0"/>
              <a:t>p</a:t>
            </a:r>
            <a:r>
              <a:rPr lang="ar-AE" sz="2400" b="1" dirty="0">
                <a:solidFill>
                  <a:schemeClr val="bg1"/>
                </a:solidFill>
              </a:rPr>
              <a:t>:</a:t>
            </a:r>
            <a:endParaRPr lang="en-GB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8DBB3-EAE7-42A8-8FA6-A52FA356E5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05" t="53415" r="29368" b="24663"/>
          <a:stretch/>
        </p:blipFill>
        <p:spPr>
          <a:xfrm>
            <a:off x="959279" y="2186151"/>
            <a:ext cx="10419959" cy="3748386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999597" y="4807612"/>
            <a:ext cx="583421" cy="583421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2.2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الخطوة الواحدة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2221488" y="2058803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المعادلة:     </a:t>
            </a:r>
            <a:r>
              <a:rPr lang="en-GB" sz="2800" b="1" dirty="0">
                <a:solidFill>
                  <a:schemeClr val="bg1"/>
                </a:solidFill>
              </a:rPr>
              <a:t>14 - x = -16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262209" y="3203205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209" y="3203205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3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2170999" y="4688027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76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2.2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الخطوة الواحدة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3559F2-B1B2-430B-BB97-550B3955ED8F}"/>
                  </a:ext>
                </a:extLst>
              </p:cNvPr>
              <p:cNvSpPr txBox="1"/>
              <p:nvPr/>
            </p:nvSpPr>
            <p:spPr>
              <a:xfrm>
                <a:off x="2221488" y="2058803"/>
                <a:ext cx="9368392" cy="739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en-GB" sz="2800" b="1" dirty="0"/>
                  <a:t>P</a:t>
                </a:r>
                <a:r>
                  <a:rPr lang="ar-AE" sz="2800" b="1" dirty="0">
                    <a:solidFill>
                      <a:schemeClr val="bg1"/>
                    </a:solidFill>
                  </a:rPr>
                  <a:t>حل المعادلة: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GB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800" b="1" dirty="0">
                    <a:solidFill>
                      <a:schemeClr val="bg1"/>
                    </a:solidFill>
                  </a:rPr>
                  <a:t> = -4</a:t>
                </a:r>
                <a:endParaRPr lang="en-GB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3559F2-B1B2-430B-BB97-550B3955E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88" y="2058803"/>
                <a:ext cx="9368392" cy="739754"/>
              </a:xfrm>
              <a:prstGeom prst="rect">
                <a:avLst/>
              </a:prstGeom>
              <a:blipFill>
                <a:blip r:embed="rId2"/>
                <a:stretch>
                  <a:fillRect r="-1431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𝟏𝟒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789696" y="3241733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27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2.2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الخطوة الواحدة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𝟕𝟑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𝟏𝟎𝟗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𝟏𝟎𝟗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𝟕𝟑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2170999" y="3205647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ECB38B-39D6-47CB-A56B-3AB76CAA86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798" t="52626" r="72222" b="41111"/>
          <a:stretch/>
        </p:blipFill>
        <p:spPr>
          <a:xfrm>
            <a:off x="6096000" y="1787997"/>
            <a:ext cx="3042518" cy="11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0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gona Boo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2.5</a:t>
            </a: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</a:t>
            </a:r>
            <a:r>
              <a:rPr kumimoji="0" lang="ar-AE" sz="36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Akhbar MT" pitchFamily="2" charset="-78"/>
              </a:rPr>
              <a:t>حل معادلات متعددة الخطوات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767E37"/>
              </a:solidFill>
              <a:effectLst/>
              <a:uLnTx/>
              <a:uFillTx/>
              <a:latin typeface="Sagona Book"/>
              <a:ea typeface="+mn-ea"/>
              <a:cs typeface="Akhbar MT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2A4E9-EE24-48ED-AC46-D0EAC01866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78" t="24992" r="26369" b="45685"/>
          <a:stretch/>
        </p:blipFill>
        <p:spPr>
          <a:xfrm>
            <a:off x="1725821" y="2056135"/>
            <a:ext cx="9028195" cy="357611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1834410" y="3429000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gona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7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950764" y="479725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بخطوتين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926670" y="3237313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638813-3F4C-4AD7-9C9C-54F19BFAD8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1966" t="39500" r="11501" b="52100"/>
          <a:stretch/>
        </p:blipFill>
        <p:spPr>
          <a:xfrm>
            <a:off x="6451287" y="1859945"/>
            <a:ext cx="2763853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0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950764" y="479725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بخطوتين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4661723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926670" y="3237313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A53018-DED5-477C-B8EC-6DE9A8BC8F12}"/>
                  </a:ext>
                </a:extLst>
              </p:cNvPr>
              <p:cNvSpPr txBox="1"/>
              <p:nvPr/>
            </p:nvSpPr>
            <p:spPr>
              <a:xfrm>
                <a:off x="5865063" y="1848560"/>
                <a:ext cx="3079789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GB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n-GB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</m:oMath>
                  </m:oMathPara>
                </a14:m>
                <a:endParaRPr lang="en-GB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A53018-DED5-477C-B8EC-6DE9A8BC8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63" y="1848560"/>
                <a:ext cx="3079789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50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متعددة الخطوات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668619" y="4897292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92C65B-0AF6-403B-8D67-35D3C92782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75" t="39500" r="79400" b="51050"/>
          <a:stretch/>
        </p:blipFill>
        <p:spPr>
          <a:xfrm>
            <a:off x="6883244" y="1817324"/>
            <a:ext cx="2393872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8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متعددة الخطوات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2800" b="1" dirty="0"/>
              <a:t>P</a:t>
            </a:r>
            <a:r>
              <a:rPr lang="ar-AE" sz="2800" b="1" dirty="0">
                <a:solidFill>
                  <a:schemeClr val="bg1"/>
                </a:solidFill>
              </a:rPr>
              <a:t>حل المعادلة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668619" y="4897292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92C65B-0AF6-403B-8D67-35D3C92782E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75" t="39500" r="79400" b="51050"/>
          <a:stretch/>
        </p:blipFill>
        <p:spPr>
          <a:xfrm>
            <a:off x="6883244" y="1817324"/>
            <a:ext cx="2393872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8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متعددة الخطوات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2800" b="1" dirty="0"/>
              <a:t>أ</a:t>
            </a:r>
            <a:r>
              <a:rPr lang="ar-AE" sz="2800" b="1" dirty="0">
                <a:solidFill>
                  <a:schemeClr val="bg1"/>
                </a:solidFill>
              </a:rPr>
              <a:t>أوجد ثلاث أعداد صحيحة متتالية مجموعها 141.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58153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754420" y="325369"/>
            <a:ext cx="6148358" cy="880741"/>
          </a:xfrm>
          <a:custGeom>
            <a:avLst/>
            <a:gdLst>
              <a:gd name="connsiteX0" fmla="*/ 0 w 6148358"/>
              <a:gd name="connsiteY0" fmla="*/ 0 h 880741"/>
              <a:gd name="connsiteX1" fmla="*/ 681909 w 6148358"/>
              <a:gd name="connsiteY1" fmla="*/ 0 h 880741"/>
              <a:gd name="connsiteX2" fmla="*/ 1179367 w 6148358"/>
              <a:gd name="connsiteY2" fmla="*/ 0 h 880741"/>
              <a:gd name="connsiteX3" fmla="*/ 1861276 w 6148358"/>
              <a:gd name="connsiteY3" fmla="*/ 0 h 880741"/>
              <a:gd name="connsiteX4" fmla="*/ 2358734 w 6148358"/>
              <a:gd name="connsiteY4" fmla="*/ 0 h 880741"/>
              <a:gd name="connsiteX5" fmla="*/ 2856192 w 6148358"/>
              <a:gd name="connsiteY5" fmla="*/ 0 h 880741"/>
              <a:gd name="connsiteX6" fmla="*/ 3230683 w 6148358"/>
              <a:gd name="connsiteY6" fmla="*/ 0 h 880741"/>
              <a:gd name="connsiteX7" fmla="*/ 3666657 w 6148358"/>
              <a:gd name="connsiteY7" fmla="*/ 0 h 880741"/>
              <a:gd name="connsiteX8" fmla="*/ 4348566 w 6148358"/>
              <a:gd name="connsiteY8" fmla="*/ 0 h 880741"/>
              <a:gd name="connsiteX9" fmla="*/ 4723057 w 6148358"/>
              <a:gd name="connsiteY9" fmla="*/ 0 h 880741"/>
              <a:gd name="connsiteX10" fmla="*/ 5159031 w 6148358"/>
              <a:gd name="connsiteY10" fmla="*/ 0 h 880741"/>
              <a:gd name="connsiteX11" fmla="*/ 5533522 w 6148358"/>
              <a:gd name="connsiteY11" fmla="*/ 0 h 880741"/>
              <a:gd name="connsiteX12" fmla="*/ 6148358 w 6148358"/>
              <a:gd name="connsiteY12" fmla="*/ 0 h 880741"/>
              <a:gd name="connsiteX13" fmla="*/ 6148358 w 6148358"/>
              <a:gd name="connsiteY13" fmla="*/ 422756 h 880741"/>
              <a:gd name="connsiteX14" fmla="*/ 6148358 w 6148358"/>
              <a:gd name="connsiteY14" fmla="*/ 880741 h 880741"/>
              <a:gd name="connsiteX15" fmla="*/ 5466449 w 6148358"/>
              <a:gd name="connsiteY15" fmla="*/ 880741 h 880741"/>
              <a:gd name="connsiteX16" fmla="*/ 5091958 w 6148358"/>
              <a:gd name="connsiteY16" fmla="*/ 880741 h 880741"/>
              <a:gd name="connsiteX17" fmla="*/ 4655984 w 6148358"/>
              <a:gd name="connsiteY17" fmla="*/ 880741 h 880741"/>
              <a:gd name="connsiteX18" fmla="*/ 4097042 w 6148358"/>
              <a:gd name="connsiteY18" fmla="*/ 880741 h 880741"/>
              <a:gd name="connsiteX19" fmla="*/ 3599584 w 6148358"/>
              <a:gd name="connsiteY19" fmla="*/ 880741 h 880741"/>
              <a:gd name="connsiteX20" fmla="*/ 2979159 w 6148358"/>
              <a:gd name="connsiteY20" fmla="*/ 880741 h 880741"/>
              <a:gd name="connsiteX21" fmla="*/ 2420217 w 6148358"/>
              <a:gd name="connsiteY21" fmla="*/ 880741 h 880741"/>
              <a:gd name="connsiteX22" fmla="*/ 1984243 w 6148358"/>
              <a:gd name="connsiteY22" fmla="*/ 880741 h 880741"/>
              <a:gd name="connsiteX23" fmla="*/ 1548268 w 6148358"/>
              <a:gd name="connsiteY23" fmla="*/ 880741 h 880741"/>
              <a:gd name="connsiteX24" fmla="*/ 1112294 w 6148358"/>
              <a:gd name="connsiteY24" fmla="*/ 880741 h 880741"/>
              <a:gd name="connsiteX25" fmla="*/ 0 w 6148358"/>
              <a:gd name="connsiteY25" fmla="*/ 880741 h 880741"/>
              <a:gd name="connsiteX26" fmla="*/ 0 w 6148358"/>
              <a:gd name="connsiteY26" fmla="*/ 449178 h 880741"/>
              <a:gd name="connsiteX27" fmla="*/ 0 w 6148358"/>
              <a:gd name="connsiteY27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148358" h="880741" fill="none" extrusionOk="0">
                <a:moveTo>
                  <a:pt x="0" y="0"/>
                </a:moveTo>
                <a:cubicBezTo>
                  <a:pt x="199127" y="-34869"/>
                  <a:pt x="536772" y="80964"/>
                  <a:pt x="681909" y="0"/>
                </a:cubicBezTo>
                <a:cubicBezTo>
                  <a:pt x="827046" y="-80964"/>
                  <a:pt x="1042208" y="23522"/>
                  <a:pt x="1179367" y="0"/>
                </a:cubicBezTo>
                <a:cubicBezTo>
                  <a:pt x="1316526" y="-23522"/>
                  <a:pt x="1554317" y="59407"/>
                  <a:pt x="1861276" y="0"/>
                </a:cubicBezTo>
                <a:cubicBezTo>
                  <a:pt x="2168235" y="-59407"/>
                  <a:pt x="2254931" y="45743"/>
                  <a:pt x="2358734" y="0"/>
                </a:cubicBezTo>
                <a:cubicBezTo>
                  <a:pt x="2462537" y="-45743"/>
                  <a:pt x="2631988" y="9951"/>
                  <a:pt x="2856192" y="0"/>
                </a:cubicBezTo>
                <a:cubicBezTo>
                  <a:pt x="3080396" y="-9951"/>
                  <a:pt x="3096898" y="33756"/>
                  <a:pt x="3230683" y="0"/>
                </a:cubicBezTo>
                <a:cubicBezTo>
                  <a:pt x="3364468" y="-33756"/>
                  <a:pt x="3473477" y="31706"/>
                  <a:pt x="3666657" y="0"/>
                </a:cubicBezTo>
                <a:cubicBezTo>
                  <a:pt x="3859837" y="-31706"/>
                  <a:pt x="4065287" y="38776"/>
                  <a:pt x="4348566" y="0"/>
                </a:cubicBezTo>
                <a:cubicBezTo>
                  <a:pt x="4631845" y="-38776"/>
                  <a:pt x="4570140" y="21838"/>
                  <a:pt x="4723057" y="0"/>
                </a:cubicBezTo>
                <a:cubicBezTo>
                  <a:pt x="4875974" y="-21838"/>
                  <a:pt x="5026944" y="29845"/>
                  <a:pt x="5159031" y="0"/>
                </a:cubicBezTo>
                <a:cubicBezTo>
                  <a:pt x="5291118" y="-29845"/>
                  <a:pt x="5394868" y="36278"/>
                  <a:pt x="5533522" y="0"/>
                </a:cubicBezTo>
                <a:cubicBezTo>
                  <a:pt x="5672176" y="-36278"/>
                  <a:pt x="5899737" y="55092"/>
                  <a:pt x="6148358" y="0"/>
                </a:cubicBezTo>
                <a:cubicBezTo>
                  <a:pt x="6198093" y="142579"/>
                  <a:pt x="6143782" y="268953"/>
                  <a:pt x="6148358" y="422756"/>
                </a:cubicBezTo>
                <a:cubicBezTo>
                  <a:pt x="6152934" y="576559"/>
                  <a:pt x="6115257" y="762460"/>
                  <a:pt x="6148358" y="880741"/>
                </a:cubicBezTo>
                <a:cubicBezTo>
                  <a:pt x="5926904" y="953137"/>
                  <a:pt x="5786614" y="872038"/>
                  <a:pt x="5466449" y="880741"/>
                </a:cubicBezTo>
                <a:cubicBezTo>
                  <a:pt x="5146284" y="889444"/>
                  <a:pt x="5179193" y="846969"/>
                  <a:pt x="5091958" y="880741"/>
                </a:cubicBezTo>
                <a:cubicBezTo>
                  <a:pt x="5004723" y="914513"/>
                  <a:pt x="4746330" y="846480"/>
                  <a:pt x="4655984" y="880741"/>
                </a:cubicBezTo>
                <a:cubicBezTo>
                  <a:pt x="4565638" y="915002"/>
                  <a:pt x="4256359" y="864288"/>
                  <a:pt x="4097042" y="880741"/>
                </a:cubicBezTo>
                <a:cubicBezTo>
                  <a:pt x="3937725" y="897194"/>
                  <a:pt x="3829657" y="856864"/>
                  <a:pt x="3599584" y="880741"/>
                </a:cubicBezTo>
                <a:cubicBezTo>
                  <a:pt x="3369511" y="904618"/>
                  <a:pt x="3182363" y="863918"/>
                  <a:pt x="2979159" y="880741"/>
                </a:cubicBezTo>
                <a:cubicBezTo>
                  <a:pt x="2775955" y="897564"/>
                  <a:pt x="2574367" y="830832"/>
                  <a:pt x="2420217" y="880741"/>
                </a:cubicBezTo>
                <a:cubicBezTo>
                  <a:pt x="2266067" y="930650"/>
                  <a:pt x="2072586" y="844222"/>
                  <a:pt x="1984243" y="880741"/>
                </a:cubicBezTo>
                <a:cubicBezTo>
                  <a:pt x="1895900" y="917260"/>
                  <a:pt x="1760679" y="855363"/>
                  <a:pt x="1548268" y="880741"/>
                </a:cubicBezTo>
                <a:cubicBezTo>
                  <a:pt x="1335858" y="906119"/>
                  <a:pt x="1251854" y="846400"/>
                  <a:pt x="1112294" y="880741"/>
                </a:cubicBezTo>
                <a:cubicBezTo>
                  <a:pt x="972734" y="915082"/>
                  <a:pt x="512912" y="846114"/>
                  <a:pt x="0" y="880741"/>
                </a:cubicBezTo>
                <a:cubicBezTo>
                  <a:pt x="-29529" y="734602"/>
                  <a:pt x="38766" y="626024"/>
                  <a:pt x="0" y="449178"/>
                </a:cubicBezTo>
                <a:cubicBezTo>
                  <a:pt x="-38766" y="272332"/>
                  <a:pt x="49302" y="123390"/>
                  <a:pt x="0" y="0"/>
                </a:cubicBezTo>
                <a:close/>
              </a:path>
              <a:path w="6148358" h="880741" stroke="0" extrusionOk="0">
                <a:moveTo>
                  <a:pt x="0" y="0"/>
                </a:moveTo>
                <a:cubicBezTo>
                  <a:pt x="218105" y="-40190"/>
                  <a:pt x="392026" y="63532"/>
                  <a:pt x="681909" y="0"/>
                </a:cubicBezTo>
                <a:cubicBezTo>
                  <a:pt x="971792" y="-63532"/>
                  <a:pt x="1144631" y="7797"/>
                  <a:pt x="1302334" y="0"/>
                </a:cubicBezTo>
                <a:cubicBezTo>
                  <a:pt x="1460037" y="-7797"/>
                  <a:pt x="1710303" y="56217"/>
                  <a:pt x="1861276" y="0"/>
                </a:cubicBezTo>
                <a:cubicBezTo>
                  <a:pt x="2012249" y="-56217"/>
                  <a:pt x="2128796" y="1256"/>
                  <a:pt x="2297250" y="0"/>
                </a:cubicBezTo>
                <a:cubicBezTo>
                  <a:pt x="2465704" y="-1256"/>
                  <a:pt x="2720214" y="53864"/>
                  <a:pt x="2917675" y="0"/>
                </a:cubicBezTo>
                <a:cubicBezTo>
                  <a:pt x="3115137" y="-53864"/>
                  <a:pt x="3218166" y="40501"/>
                  <a:pt x="3476617" y="0"/>
                </a:cubicBezTo>
                <a:cubicBezTo>
                  <a:pt x="3735068" y="-40501"/>
                  <a:pt x="3828086" y="36156"/>
                  <a:pt x="3974075" y="0"/>
                </a:cubicBezTo>
                <a:cubicBezTo>
                  <a:pt x="4120064" y="-36156"/>
                  <a:pt x="4410744" y="1363"/>
                  <a:pt x="4594500" y="0"/>
                </a:cubicBezTo>
                <a:cubicBezTo>
                  <a:pt x="4778257" y="-1363"/>
                  <a:pt x="4998272" y="32392"/>
                  <a:pt x="5153442" y="0"/>
                </a:cubicBezTo>
                <a:cubicBezTo>
                  <a:pt x="5308612" y="-32392"/>
                  <a:pt x="5451103" y="34886"/>
                  <a:pt x="5589416" y="0"/>
                </a:cubicBezTo>
                <a:cubicBezTo>
                  <a:pt x="5727729" y="-34886"/>
                  <a:pt x="5871373" y="7592"/>
                  <a:pt x="6148358" y="0"/>
                </a:cubicBezTo>
                <a:cubicBezTo>
                  <a:pt x="6195361" y="151038"/>
                  <a:pt x="6147756" y="294416"/>
                  <a:pt x="6148358" y="422756"/>
                </a:cubicBezTo>
                <a:cubicBezTo>
                  <a:pt x="6148960" y="551096"/>
                  <a:pt x="6133031" y="688658"/>
                  <a:pt x="6148358" y="880741"/>
                </a:cubicBezTo>
                <a:cubicBezTo>
                  <a:pt x="6009207" y="885122"/>
                  <a:pt x="5742115" y="831635"/>
                  <a:pt x="5527933" y="880741"/>
                </a:cubicBezTo>
                <a:cubicBezTo>
                  <a:pt x="5313751" y="929847"/>
                  <a:pt x="5166553" y="873224"/>
                  <a:pt x="4907508" y="880741"/>
                </a:cubicBezTo>
                <a:cubicBezTo>
                  <a:pt x="4648463" y="888258"/>
                  <a:pt x="4690897" y="842368"/>
                  <a:pt x="4533017" y="880741"/>
                </a:cubicBezTo>
                <a:cubicBezTo>
                  <a:pt x="4375137" y="919114"/>
                  <a:pt x="4273133" y="860674"/>
                  <a:pt x="4097042" y="880741"/>
                </a:cubicBezTo>
                <a:cubicBezTo>
                  <a:pt x="3920952" y="900808"/>
                  <a:pt x="3778439" y="830264"/>
                  <a:pt x="3599584" y="880741"/>
                </a:cubicBezTo>
                <a:cubicBezTo>
                  <a:pt x="3420729" y="931218"/>
                  <a:pt x="3213320" y="862022"/>
                  <a:pt x="3102126" y="880741"/>
                </a:cubicBezTo>
                <a:cubicBezTo>
                  <a:pt x="2990932" y="899460"/>
                  <a:pt x="2770854" y="857514"/>
                  <a:pt x="2604668" y="880741"/>
                </a:cubicBezTo>
                <a:cubicBezTo>
                  <a:pt x="2438482" y="903968"/>
                  <a:pt x="2286093" y="880502"/>
                  <a:pt x="2107210" y="880741"/>
                </a:cubicBezTo>
                <a:cubicBezTo>
                  <a:pt x="1928327" y="880980"/>
                  <a:pt x="1749917" y="832708"/>
                  <a:pt x="1548268" y="880741"/>
                </a:cubicBezTo>
                <a:cubicBezTo>
                  <a:pt x="1346619" y="928774"/>
                  <a:pt x="1206167" y="848653"/>
                  <a:pt x="927843" y="880741"/>
                </a:cubicBezTo>
                <a:cubicBezTo>
                  <a:pt x="649519" y="912829"/>
                  <a:pt x="696845" y="842346"/>
                  <a:pt x="491869" y="880741"/>
                </a:cubicBezTo>
                <a:cubicBezTo>
                  <a:pt x="286893" y="919136"/>
                  <a:pt x="234469" y="876699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2.3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متعددة الخطوات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9AC3BB-77CB-4BAB-B2AD-AB07652AD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45" t="27604" r="11794" b="47083"/>
          <a:stretch/>
        </p:blipFill>
        <p:spPr>
          <a:xfrm>
            <a:off x="2040526" y="1896250"/>
            <a:ext cx="8643939" cy="4000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9A1F214-A7E3-4C01-8677-908CA241384B}"/>
              </a:ext>
            </a:extLst>
          </p:cNvPr>
          <p:cNvSpPr/>
          <p:nvPr/>
        </p:nvSpPr>
        <p:spPr>
          <a:xfrm>
            <a:off x="2209847" y="5075772"/>
            <a:ext cx="610723" cy="60025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88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559F2-B1B2-430B-BB97-550B3955ED8F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2800" b="1" dirty="0"/>
              <a:t>م</a:t>
            </a:r>
            <a:r>
              <a:rPr lang="ar-AE" sz="2800" b="1" dirty="0">
                <a:solidFill>
                  <a:schemeClr val="bg1"/>
                </a:solidFill>
              </a:rPr>
              <a:t>مجموع ربع عدد مضافا الى 6 يساوي نفس العدد.</a:t>
            </a:r>
            <a:endParaRPr lang="en-GB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8614F2-D19D-4384-9A30-92415D8EF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34377E-8F2C-4ED5-849E-EC473776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40781F-63DB-4C98-B498-D4E09D6E5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B26B9D-F8E9-46FE-9909-75D2D3DC1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2468319" y="4690435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06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B2ABBF-FA9F-43B1-9EB2-B391ABEE15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rcRect l="69859" t="2484" b="64045"/>
          <a:stretch/>
        </p:blipFill>
        <p:spPr>
          <a:xfrm>
            <a:off x="6518606" y="1997094"/>
            <a:ext cx="3183858" cy="482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BAC7C8-729D-4E46-9ABF-9F7FA8BD7ABC}"/>
              </a:ext>
            </a:extLst>
          </p:cNvPr>
          <p:cNvSpPr txBox="1"/>
          <p:nvPr/>
        </p:nvSpPr>
        <p:spPr>
          <a:xfrm>
            <a:off x="8393543" y="1976895"/>
            <a:ext cx="276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AE" sz="2800" dirty="0">
                <a:solidFill>
                  <a:schemeClr val="bg1"/>
                </a:solidFill>
                <a:cs typeface="Akhbar MT" pitchFamily="2" charset="-78"/>
              </a:rPr>
              <a:t>حل المعادلة:</a:t>
            </a:r>
            <a:endParaRPr lang="en-GB" sz="2800" dirty="0">
              <a:solidFill>
                <a:schemeClr val="bg1"/>
              </a:solidFill>
              <a:cs typeface="Akhbar M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2948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A77A5-3BC5-45F2-8D56-5EC5D63D7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82" t="37137" r="16335" b="28998"/>
          <a:stretch/>
        </p:blipFill>
        <p:spPr>
          <a:xfrm>
            <a:off x="1068738" y="2266365"/>
            <a:ext cx="10054524" cy="305174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0F1D413-A513-4DCB-80B7-09EE9D99157F}"/>
              </a:ext>
            </a:extLst>
          </p:cNvPr>
          <p:cNvSpPr/>
          <p:nvPr/>
        </p:nvSpPr>
        <p:spPr>
          <a:xfrm>
            <a:off x="7657399" y="4494091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4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gona Boo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2.4</a:t>
            </a: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</a:t>
            </a:r>
            <a:r>
              <a:rPr kumimoji="0" lang="ar-AE" sz="36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Akhbar MT" pitchFamily="2" charset="-78"/>
              </a:rPr>
              <a:t>حل معادلات تتضمن على متغير في كل طرف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767E37"/>
              </a:solidFill>
              <a:effectLst/>
              <a:uLnTx/>
              <a:uFillTx/>
              <a:latin typeface="Sagona Book"/>
              <a:ea typeface="+mn-ea"/>
              <a:cs typeface="Akhbar MT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FD6440-40D2-40C8-B9D1-0309B20C4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51" t="34111" r="26478" b="32515"/>
          <a:stretch/>
        </p:blipFill>
        <p:spPr>
          <a:xfrm>
            <a:off x="1957827" y="1830707"/>
            <a:ext cx="8925216" cy="400604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2199048" y="4409315"/>
            <a:ext cx="426346" cy="469615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gona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92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2.5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التي تحتوي على القيمة المطلقة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DB4CE5-DD8F-4A17-A632-C10FEC7CC1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87" t="51697" r="29369" b="28671"/>
          <a:stretch/>
        </p:blipFill>
        <p:spPr>
          <a:xfrm>
            <a:off x="1301479" y="2417831"/>
            <a:ext cx="9955786" cy="3013101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7853744" y="3731930"/>
            <a:ext cx="549762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65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2.5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التي تحتوي على القيمة المطلقة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8185655" y="4695191"/>
            <a:ext cx="549762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DF4F88-DE8D-41E1-BFB1-CA3347C64960}"/>
                  </a:ext>
                </a:extLst>
              </p:cNvPr>
              <p:cNvSpPr txBox="1"/>
              <p:nvPr/>
            </p:nvSpPr>
            <p:spPr>
              <a:xfrm>
                <a:off x="1817581" y="2066387"/>
                <a:ext cx="9368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AE" sz="2800" b="1" dirty="0">
                    <a:solidFill>
                      <a:schemeClr val="bg1"/>
                    </a:solidFill>
                  </a:rPr>
                  <a:t>ما مجموعة حل المعادلة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ar-AE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GB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DF4F88-DE8D-41E1-BFB1-CA3347C64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581" y="2066387"/>
                <a:ext cx="9368392" cy="523220"/>
              </a:xfrm>
              <a:prstGeom prst="rect">
                <a:avLst/>
              </a:prstGeom>
              <a:blipFill>
                <a:blip r:embed="rId2"/>
                <a:stretch>
                  <a:fillRect t="-13953" r="-1366" b="-30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E3C4C4-852B-406B-8B94-CB70690F766E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E3C4C4-852B-406B-8B94-CB70690F7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2A824F-8928-45EA-B71E-30AD1B46DAA8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2A824F-8928-45EA-B71E-30AD1B46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17274-3BE2-47FE-9BA1-3BF93F188F8B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17274-3BE2-47FE-9BA1-3BF93F188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0540DF-000F-40C5-939D-987A0EA123D6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0540DF-000F-40C5-939D-987A0EA12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50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5ED23C-60ED-41DD-8F04-205D4202863E}"/>
              </a:ext>
            </a:extLst>
          </p:cNvPr>
          <p:cNvSpPr/>
          <p:nvPr/>
        </p:nvSpPr>
        <p:spPr>
          <a:xfrm>
            <a:off x="366508" y="157075"/>
            <a:ext cx="11458984" cy="64064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8A873-2503-4225-9F5A-8CBA971799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52" t="43334" r="46402" b="40095"/>
          <a:stretch/>
        </p:blipFill>
        <p:spPr>
          <a:xfrm>
            <a:off x="3004456" y="594360"/>
            <a:ext cx="8767537" cy="22141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B7470F-4289-43F9-BEB1-6A49A399D1F6}"/>
              </a:ext>
            </a:extLst>
          </p:cNvPr>
          <p:cNvSpPr/>
          <p:nvPr/>
        </p:nvSpPr>
        <p:spPr>
          <a:xfrm>
            <a:off x="3751208" y="493383"/>
            <a:ext cx="1907177" cy="7315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23C82-38DB-4D7B-8AEF-8F65DCBFCA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428" t="44015" r="60623" b="45227"/>
          <a:stretch/>
        </p:blipFill>
        <p:spPr>
          <a:xfrm>
            <a:off x="5789677" y="3330287"/>
            <a:ext cx="2564613" cy="1230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0D9C13-E8B7-45DF-87AC-1BC597E18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51" t="44278" r="46769" b="51191"/>
          <a:stretch/>
        </p:blipFill>
        <p:spPr>
          <a:xfrm>
            <a:off x="8260773" y="3548495"/>
            <a:ext cx="3403023" cy="60544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D01B4A2-0FA6-4816-B80C-7DCD238B52EE}"/>
              </a:ext>
            </a:extLst>
          </p:cNvPr>
          <p:cNvGrpSpPr/>
          <p:nvPr/>
        </p:nvGrpSpPr>
        <p:grpSpPr>
          <a:xfrm>
            <a:off x="2905209" y="4560609"/>
            <a:ext cx="6745185" cy="1486742"/>
            <a:chOff x="2754541" y="3072888"/>
            <a:chExt cx="6745185" cy="14867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438978-4A80-4542-A271-91FE58962E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852" t="49301" r="59860" b="40095"/>
            <a:stretch/>
          </p:blipFill>
          <p:spPr>
            <a:xfrm>
              <a:off x="2754541" y="3142804"/>
              <a:ext cx="6070271" cy="14168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55038FB-DAE5-4E95-909D-35D78B322D8E}"/>
                    </a:ext>
                  </a:extLst>
                </p:cNvPr>
                <p:cNvSpPr/>
                <p:nvPr/>
              </p:nvSpPr>
              <p:spPr>
                <a:xfrm>
                  <a:off x="7655340" y="3072888"/>
                  <a:ext cx="1844386" cy="54552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{−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55038FB-DAE5-4E95-909D-35D78B322D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5340" y="3072888"/>
                  <a:ext cx="1844386" cy="54552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2E95C54-1CE1-477D-8614-D284B7AF4F81}"/>
                    </a:ext>
                  </a:extLst>
                </p:cNvPr>
                <p:cNvSpPr/>
                <p:nvPr/>
              </p:nvSpPr>
              <p:spPr>
                <a:xfrm>
                  <a:off x="3428999" y="3846994"/>
                  <a:ext cx="1953491" cy="54552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2E95C54-1CE1-477D-8614-D284B7AF4F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8999" y="3846994"/>
                  <a:ext cx="1953491" cy="54552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EB8937F-DF2D-498B-8EAC-4A2B3FE202A0}"/>
                    </a:ext>
                  </a:extLst>
                </p:cNvPr>
                <p:cNvSpPr/>
                <p:nvPr/>
              </p:nvSpPr>
              <p:spPr>
                <a:xfrm>
                  <a:off x="3426715" y="3156238"/>
                  <a:ext cx="1127414" cy="54552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{−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EB8937F-DF2D-498B-8EAC-4A2B3FE202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6715" y="3156238"/>
                  <a:ext cx="1127414" cy="54552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65B3075-ECFC-4CE6-A006-E72EBE51664F}"/>
                    </a:ext>
                  </a:extLst>
                </p:cNvPr>
                <p:cNvSpPr/>
                <p:nvPr/>
              </p:nvSpPr>
              <p:spPr>
                <a:xfrm>
                  <a:off x="7700073" y="3795899"/>
                  <a:ext cx="1441416" cy="54552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65B3075-ECFC-4CE6-A006-E72EBE5166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073" y="3795899"/>
                  <a:ext cx="1441416" cy="54552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9571C26-95EC-4BAC-8B6E-B7FED4FD4286}"/>
              </a:ext>
            </a:extLst>
          </p:cNvPr>
          <p:cNvSpPr/>
          <p:nvPr/>
        </p:nvSpPr>
        <p:spPr>
          <a:xfrm>
            <a:off x="3004456" y="2017113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4C26C7-2429-4FFA-A226-8EB3439B57BB}"/>
              </a:ext>
            </a:extLst>
          </p:cNvPr>
          <p:cNvSpPr/>
          <p:nvPr/>
        </p:nvSpPr>
        <p:spPr>
          <a:xfrm>
            <a:off x="7185367" y="5283620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64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E02DF2-24B8-470F-A06D-BE0B954899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87" t="29120" r="30186" b="64009"/>
          <a:stretch/>
        </p:blipFill>
        <p:spPr>
          <a:xfrm>
            <a:off x="2711005" y="1795139"/>
            <a:ext cx="8503017" cy="93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48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7CA74-D5BC-466D-9B8D-29D7B3CCA40D}"/>
                  </a:ext>
                </a:extLst>
              </p:cNvPr>
              <p:cNvSpPr txBox="1"/>
              <p:nvPr/>
            </p:nvSpPr>
            <p:spPr>
              <a:xfrm>
                <a:off x="3001251" y="2312300"/>
                <a:ext cx="8420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AE" sz="2400" dirty="0">
                    <a:solidFill>
                      <a:schemeClr val="bg1"/>
                    </a:solidFill>
                  </a:rPr>
                  <a:t>ما قيمة التعبير</a:t>
                </a:r>
                <a:r>
                  <a:rPr kumimoji="0" 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gona Book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ar-AE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0" lang="en-GB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solidFill>
                      <a:schemeClr val="bg1"/>
                    </a:solidFill>
                  </a:rPr>
                  <a:t>ذا كان </a:t>
                </a:r>
                <a:r>
                  <a:rPr lang="en-GB" sz="2400" dirty="0">
                    <a:solidFill>
                      <a:schemeClr val="bg1"/>
                    </a:solidFill>
                  </a:rPr>
                  <a:t>n=4 , m=-8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7CA74-D5BC-466D-9B8D-29D7B3CC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251" y="2312300"/>
                <a:ext cx="8420334" cy="461665"/>
              </a:xfrm>
              <a:prstGeom prst="rect">
                <a:avLst/>
              </a:prstGeom>
              <a:blipFill>
                <a:blip r:embed="rId2"/>
                <a:stretch>
                  <a:fillRect t="-10526" r="-108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E0BBCF81-D5D4-4046-AB3C-AE9772FE3D90}"/>
              </a:ext>
            </a:extLst>
          </p:cNvPr>
          <p:cNvSpPr/>
          <p:nvPr/>
        </p:nvSpPr>
        <p:spPr>
          <a:xfrm>
            <a:off x="2587060" y="3169860"/>
            <a:ext cx="549762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74BA1C-9E7A-45A8-8DE5-D373B8C50252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ar-AE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74BA1C-9E7A-45A8-8DE5-D373B8C50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0ED80A-1875-46C7-846F-8C81989479E5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0ED80A-1875-46C7-846F-8C8198947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98BC2-3E4A-4F9D-95A6-241B0333557C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098BC2-3E4A-4F9D-95A6-241B03335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29BB9B-C6DE-484E-9AC7-5591E471ECA3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−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𝟐𝟖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29BB9B-C6DE-484E-9AC7-5591E471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69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3806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2.4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تتضمن على متغير في كل طرف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28645-EB0E-4D3C-939A-63E7D9BC54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69" t="20041" r="26260" b="50920"/>
          <a:stretch/>
        </p:blipFill>
        <p:spPr>
          <a:xfrm>
            <a:off x="1290257" y="1924167"/>
            <a:ext cx="9638431" cy="3764186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1441722" y="5079536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46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2.5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حل معادلات التي تحتوي على القيمة المطلقة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1902661" y="3191894"/>
            <a:ext cx="549762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F4F88-DE8D-41E1-BFB1-CA3347C64960}"/>
              </a:ext>
            </a:extLst>
          </p:cNvPr>
          <p:cNvSpPr txBox="1"/>
          <p:nvPr/>
        </p:nvSpPr>
        <p:spPr>
          <a:xfrm>
            <a:off x="1817581" y="2066387"/>
            <a:ext cx="936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2800" b="1" dirty="0">
                <a:solidFill>
                  <a:schemeClr val="bg1"/>
                </a:solidFill>
              </a:rPr>
              <a:t>معادلة القيمة المطلقة للتمثيل البياني الموضح هي:</a:t>
            </a:r>
            <a:endParaRPr lang="en-GB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E3C4C4-852B-406B-8B94-CB70690F766E}"/>
                  </a:ext>
                </a:extLst>
              </p:cNvPr>
              <p:cNvSpPr txBox="1"/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E3C4C4-852B-406B-8B94-CB70690F7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89" y="3205647"/>
                <a:ext cx="403906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2A824F-8928-45EA-B71E-30AD1B46DAA8}"/>
                  </a:ext>
                </a:extLst>
              </p:cNvPr>
              <p:cNvSpPr txBox="1"/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2A824F-8928-45EA-B71E-30AD1B46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244" y="3205647"/>
                <a:ext cx="4039067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17274-3BE2-47FE-9BA1-3BF93F188F8B}"/>
                  </a:ext>
                </a:extLst>
              </p:cNvPr>
              <p:cNvSpPr txBox="1"/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717274-3BE2-47FE-9BA1-3BF93F188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63" y="4675748"/>
                <a:ext cx="403906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0540DF-000F-40C5-939D-987A0EA123D6}"/>
                  </a:ext>
                </a:extLst>
              </p:cNvPr>
              <p:cNvSpPr txBox="1"/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GB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0540DF-000F-40C5-939D-987A0EA12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884" y="4675748"/>
                <a:ext cx="403906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7F9471F-5C9F-4D1E-B741-F2FCFF8B361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52" t="79136" r="68549" b="12664"/>
          <a:stretch/>
        </p:blipFill>
        <p:spPr>
          <a:xfrm>
            <a:off x="1117289" y="2093069"/>
            <a:ext cx="3977359" cy="80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6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656348" y="1649286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2.6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 والتناسب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6C930-11A0-4306-81BA-91D79136A0B6}"/>
              </a:ext>
            </a:extLst>
          </p:cNvPr>
          <p:cNvSpPr/>
          <p:nvPr/>
        </p:nvSpPr>
        <p:spPr>
          <a:xfrm>
            <a:off x="998547" y="721904"/>
            <a:ext cx="583421" cy="594793"/>
          </a:xfrm>
          <a:prstGeom prst="ellips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526445-FB83-461A-83FC-91A309B90B40}"/>
                  </a:ext>
                </a:extLst>
              </p:cNvPr>
              <p:cNvSpPr txBox="1"/>
              <p:nvPr/>
            </p:nvSpPr>
            <p:spPr>
              <a:xfrm>
                <a:off x="4246631" y="1912947"/>
                <a:ext cx="6916903" cy="803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AE" sz="3200" b="1" dirty="0">
                    <a:cs typeface="Akhbar MT" pitchFamily="2" charset="-78"/>
                  </a:rPr>
                  <a:t>ح</a:t>
                </a:r>
                <a:r>
                  <a:rPr lang="ar-AE" sz="3200" b="1" dirty="0">
                    <a:solidFill>
                      <a:schemeClr val="bg1"/>
                    </a:solidFill>
                    <a:cs typeface="Akhbar MT" pitchFamily="2" charset="-78"/>
                  </a:rPr>
                  <a:t>حل التناسب التالي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3200" b="1" dirty="0">
                  <a:cs typeface="Akhbar MT" pitchFamily="2" charset="-78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526445-FB83-461A-83FC-91A309B90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631" y="1912947"/>
                <a:ext cx="6916903" cy="803682"/>
              </a:xfrm>
              <a:prstGeom prst="rect">
                <a:avLst/>
              </a:prstGeom>
              <a:blipFill>
                <a:blip r:embed="rId2"/>
                <a:stretch>
                  <a:fillRect r="-2205" b="-20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230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D4FDC8-24E7-4604-B01B-1FF63D4EA13D}"/>
              </a:ext>
            </a:extLst>
          </p:cNvPr>
          <p:cNvSpPr/>
          <p:nvPr/>
        </p:nvSpPr>
        <p:spPr>
          <a:xfrm>
            <a:off x="830252" y="1542699"/>
            <a:ext cx="10933532" cy="4639318"/>
          </a:xfrm>
          <a:custGeom>
            <a:avLst/>
            <a:gdLst>
              <a:gd name="connsiteX0" fmla="*/ 0 w 10933532"/>
              <a:gd name="connsiteY0" fmla="*/ 0 h 4639318"/>
              <a:gd name="connsiteX1" fmla="*/ 247443 w 10933532"/>
              <a:gd name="connsiteY1" fmla="*/ 0 h 4639318"/>
              <a:gd name="connsiteX2" fmla="*/ 494886 w 10933532"/>
              <a:gd name="connsiteY2" fmla="*/ 0 h 4639318"/>
              <a:gd name="connsiteX3" fmla="*/ 742329 w 10933532"/>
              <a:gd name="connsiteY3" fmla="*/ 0 h 4639318"/>
              <a:gd name="connsiteX4" fmla="*/ 1208443 w 10933532"/>
              <a:gd name="connsiteY4" fmla="*/ 0 h 4639318"/>
              <a:gd name="connsiteX5" fmla="*/ 1893227 w 10933532"/>
              <a:gd name="connsiteY5" fmla="*/ 0 h 4639318"/>
              <a:gd name="connsiteX6" fmla="*/ 2140670 w 10933532"/>
              <a:gd name="connsiteY6" fmla="*/ 0 h 4639318"/>
              <a:gd name="connsiteX7" fmla="*/ 2934790 w 10933532"/>
              <a:gd name="connsiteY7" fmla="*/ 0 h 4639318"/>
              <a:gd name="connsiteX8" fmla="*/ 3291569 w 10933532"/>
              <a:gd name="connsiteY8" fmla="*/ 0 h 4639318"/>
              <a:gd name="connsiteX9" fmla="*/ 3757682 w 10933532"/>
              <a:gd name="connsiteY9" fmla="*/ 0 h 4639318"/>
              <a:gd name="connsiteX10" fmla="*/ 4551802 w 10933532"/>
              <a:gd name="connsiteY10" fmla="*/ 0 h 4639318"/>
              <a:gd name="connsiteX11" fmla="*/ 5127251 w 10933532"/>
              <a:gd name="connsiteY11" fmla="*/ 0 h 4639318"/>
              <a:gd name="connsiteX12" fmla="*/ 5374694 w 10933532"/>
              <a:gd name="connsiteY12" fmla="*/ 0 h 4639318"/>
              <a:gd name="connsiteX13" fmla="*/ 6168814 w 10933532"/>
              <a:gd name="connsiteY13" fmla="*/ 0 h 4639318"/>
              <a:gd name="connsiteX14" fmla="*/ 6744263 w 10933532"/>
              <a:gd name="connsiteY14" fmla="*/ 0 h 4639318"/>
              <a:gd name="connsiteX15" fmla="*/ 7538383 w 10933532"/>
              <a:gd name="connsiteY15" fmla="*/ 0 h 4639318"/>
              <a:gd name="connsiteX16" fmla="*/ 8004496 w 10933532"/>
              <a:gd name="connsiteY16" fmla="*/ 0 h 4639318"/>
              <a:gd name="connsiteX17" fmla="*/ 8251939 w 10933532"/>
              <a:gd name="connsiteY17" fmla="*/ 0 h 4639318"/>
              <a:gd name="connsiteX18" fmla="*/ 8718053 w 10933532"/>
              <a:gd name="connsiteY18" fmla="*/ 0 h 4639318"/>
              <a:gd name="connsiteX19" fmla="*/ 9074832 w 10933532"/>
              <a:gd name="connsiteY19" fmla="*/ 0 h 4639318"/>
              <a:gd name="connsiteX20" fmla="*/ 9431610 w 10933532"/>
              <a:gd name="connsiteY20" fmla="*/ 0 h 4639318"/>
              <a:gd name="connsiteX21" fmla="*/ 9897724 w 10933532"/>
              <a:gd name="connsiteY21" fmla="*/ 0 h 4639318"/>
              <a:gd name="connsiteX22" fmla="*/ 10254502 w 10933532"/>
              <a:gd name="connsiteY22" fmla="*/ 0 h 4639318"/>
              <a:gd name="connsiteX23" fmla="*/ 10933532 w 10933532"/>
              <a:gd name="connsiteY23" fmla="*/ 0 h 4639318"/>
              <a:gd name="connsiteX24" fmla="*/ 10933532 w 10933532"/>
              <a:gd name="connsiteY24" fmla="*/ 579915 h 4639318"/>
              <a:gd name="connsiteX25" fmla="*/ 10933532 w 10933532"/>
              <a:gd name="connsiteY25" fmla="*/ 1020650 h 4639318"/>
              <a:gd name="connsiteX26" fmla="*/ 10933532 w 10933532"/>
              <a:gd name="connsiteY26" fmla="*/ 1554172 h 4639318"/>
              <a:gd name="connsiteX27" fmla="*/ 10933532 w 10933532"/>
              <a:gd name="connsiteY27" fmla="*/ 2087693 h 4639318"/>
              <a:gd name="connsiteX28" fmla="*/ 10933532 w 10933532"/>
              <a:gd name="connsiteY28" fmla="*/ 2574821 h 4639318"/>
              <a:gd name="connsiteX29" fmla="*/ 10933532 w 10933532"/>
              <a:gd name="connsiteY29" fmla="*/ 3108343 h 4639318"/>
              <a:gd name="connsiteX30" fmla="*/ 10933532 w 10933532"/>
              <a:gd name="connsiteY30" fmla="*/ 3641865 h 4639318"/>
              <a:gd name="connsiteX31" fmla="*/ 10933532 w 10933532"/>
              <a:gd name="connsiteY31" fmla="*/ 4639318 h 4639318"/>
              <a:gd name="connsiteX32" fmla="*/ 10576754 w 10933532"/>
              <a:gd name="connsiteY32" fmla="*/ 4639318 h 4639318"/>
              <a:gd name="connsiteX33" fmla="*/ 10001305 w 10933532"/>
              <a:gd name="connsiteY33" fmla="*/ 4639318 h 4639318"/>
              <a:gd name="connsiteX34" fmla="*/ 9316520 w 10933532"/>
              <a:gd name="connsiteY34" fmla="*/ 4639318 h 4639318"/>
              <a:gd name="connsiteX35" fmla="*/ 8850406 w 10933532"/>
              <a:gd name="connsiteY35" fmla="*/ 4639318 h 4639318"/>
              <a:gd name="connsiteX36" fmla="*/ 8056287 w 10933532"/>
              <a:gd name="connsiteY36" fmla="*/ 4639318 h 4639318"/>
              <a:gd name="connsiteX37" fmla="*/ 7808844 w 10933532"/>
              <a:gd name="connsiteY37" fmla="*/ 4639318 h 4639318"/>
              <a:gd name="connsiteX38" fmla="*/ 7014724 w 10933532"/>
              <a:gd name="connsiteY38" fmla="*/ 4639318 h 4639318"/>
              <a:gd name="connsiteX39" fmla="*/ 6657946 w 10933532"/>
              <a:gd name="connsiteY39" fmla="*/ 4639318 h 4639318"/>
              <a:gd name="connsiteX40" fmla="*/ 5973161 w 10933532"/>
              <a:gd name="connsiteY40" fmla="*/ 4639318 h 4639318"/>
              <a:gd name="connsiteX41" fmla="*/ 5507047 w 10933532"/>
              <a:gd name="connsiteY41" fmla="*/ 4639318 h 4639318"/>
              <a:gd name="connsiteX42" fmla="*/ 4931598 w 10933532"/>
              <a:gd name="connsiteY42" fmla="*/ 4639318 h 4639318"/>
              <a:gd name="connsiteX43" fmla="*/ 4356149 w 10933532"/>
              <a:gd name="connsiteY43" fmla="*/ 4639318 h 4639318"/>
              <a:gd name="connsiteX44" fmla="*/ 3671365 w 10933532"/>
              <a:gd name="connsiteY44" fmla="*/ 4639318 h 4639318"/>
              <a:gd name="connsiteX45" fmla="*/ 2986581 w 10933532"/>
              <a:gd name="connsiteY45" fmla="*/ 4639318 h 4639318"/>
              <a:gd name="connsiteX46" fmla="*/ 2739137 w 10933532"/>
              <a:gd name="connsiteY46" fmla="*/ 4639318 h 4639318"/>
              <a:gd name="connsiteX47" fmla="*/ 2382359 w 10933532"/>
              <a:gd name="connsiteY47" fmla="*/ 4639318 h 4639318"/>
              <a:gd name="connsiteX48" fmla="*/ 2025581 w 10933532"/>
              <a:gd name="connsiteY48" fmla="*/ 4639318 h 4639318"/>
              <a:gd name="connsiteX49" fmla="*/ 1559467 w 10933532"/>
              <a:gd name="connsiteY49" fmla="*/ 4639318 h 4639318"/>
              <a:gd name="connsiteX50" fmla="*/ 1093353 w 10933532"/>
              <a:gd name="connsiteY50" fmla="*/ 4639318 h 4639318"/>
              <a:gd name="connsiteX51" fmla="*/ 736575 w 10933532"/>
              <a:gd name="connsiteY51" fmla="*/ 4639318 h 4639318"/>
              <a:gd name="connsiteX52" fmla="*/ 0 w 10933532"/>
              <a:gd name="connsiteY52" fmla="*/ 4639318 h 4639318"/>
              <a:gd name="connsiteX53" fmla="*/ 0 w 10933532"/>
              <a:gd name="connsiteY53" fmla="*/ 4105796 h 4639318"/>
              <a:gd name="connsiteX54" fmla="*/ 0 w 10933532"/>
              <a:gd name="connsiteY54" fmla="*/ 3572275 h 4639318"/>
              <a:gd name="connsiteX55" fmla="*/ 0 w 10933532"/>
              <a:gd name="connsiteY55" fmla="*/ 2899574 h 4639318"/>
              <a:gd name="connsiteX56" fmla="*/ 0 w 10933532"/>
              <a:gd name="connsiteY56" fmla="*/ 2366052 h 4639318"/>
              <a:gd name="connsiteX57" fmla="*/ 0 w 10933532"/>
              <a:gd name="connsiteY57" fmla="*/ 1739744 h 4639318"/>
              <a:gd name="connsiteX58" fmla="*/ 0 w 10933532"/>
              <a:gd name="connsiteY58" fmla="*/ 1067043 h 4639318"/>
              <a:gd name="connsiteX59" fmla="*/ 0 w 10933532"/>
              <a:gd name="connsiteY59" fmla="*/ 0 h 463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0933532" h="4639318" fill="none" extrusionOk="0">
                <a:moveTo>
                  <a:pt x="0" y="0"/>
                </a:moveTo>
                <a:cubicBezTo>
                  <a:pt x="107895" y="-22653"/>
                  <a:pt x="154938" y="23292"/>
                  <a:pt x="247443" y="0"/>
                </a:cubicBezTo>
                <a:cubicBezTo>
                  <a:pt x="339948" y="-23292"/>
                  <a:pt x="391143" y="28347"/>
                  <a:pt x="494886" y="0"/>
                </a:cubicBezTo>
                <a:cubicBezTo>
                  <a:pt x="598629" y="-28347"/>
                  <a:pt x="647529" y="11881"/>
                  <a:pt x="742329" y="0"/>
                </a:cubicBezTo>
                <a:cubicBezTo>
                  <a:pt x="837129" y="-11881"/>
                  <a:pt x="987446" y="47296"/>
                  <a:pt x="1208443" y="0"/>
                </a:cubicBezTo>
                <a:cubicBezTo>
                  <a:pt x="1429440" y="-47296"/>
                  <a:pt x="1555650" y="21494"/>
                  <a:pt x="1893227" y="0"/>
                </a:cubicBezTo>
                <a:cubicBezTo>
                  <a:pt x="2230804" y="-21494"/>
                  <a:pt x="2082602" y="2510"/>
                  <a:pt x="2140670" y="0"/>
                </a:cubicBezTo>
                <a:cubicBezTo>
                  <a:pt x="2198738" y="-2510"/>
                  <a:pt x="2572503" y="65678"/>
                  <a:pt x="2934790" y="0"/>
                </a:cubicBezTo>
                <a:cubicBezTo>
                  <a:pt x="3297077" y="-65678"/>
                  <a:pt x="3196004" y="29193"/>
                  <a:pt x="3291569" y="0"/>
                </a:cubicBezTo>
                <a:cubicBezTo>
                  <a:pt x="3387134" y="-29193"/>
                  <a:pt x="3582925" y="30271"/>
                  <a:pt x="3757682" y="0"/>
                </a:cubicBezTo>
                <a:cubicBezTo>
                  <a:pt x="3932439" y="-30271"/>
                  <a:pt x="4376765" y="90295"/>
                  <a:pt x="4551802" y="0"/>
                </a:cubicBezTo>
                <a:cubicBezTo>
                  <a:pt x="4726839" y="-90295"/>
                  <a:pt x="4947518" y="13518"/>
                  <a:pt x="5127251" y="0"/>
                </a:cubicBezTo>
                <a:cubicBezTo>
                  <a:pt x="5306984" y="-13518"/>
                  <a:pt x="5305721" y="15028"/>
                  <a:pt x="5374694" y="0"/>
                </a:cubicBezTo>
                <a:cubicBezTo>
                  <a:pt x="5443667" y="-15028"/>
                  <a:pt x="5817933" y="39567"/>
                  <a:pt x="6168814" y="0"/>
                </a:cubicBezTo>
                <a:cubicBezTo>
                  <a:pt x="6519695" y="-39567"/>
                  <a:pt x="6528027" y="11005"/>
                  <a:pt x="6744263" y="0"/>
                </a:cubicBezTo>
                <a:cubicBezTo>
                  <a:pt x="6960499" y="-11005"/>
                  <a:pt x="7214311" y="88083"/>
                  <a:pt x="7538383" y="0"/>
                </a:cubicBezTo>
                <a:cubicBezTo>
                  <a:pt x="7862455" y="-88083"/>
                  <a:pt x="7813658" y="44632"/>
                  <a:pt x="8004496" y="0"/>
                </a:cubicBezTo>
                <a:cubicBezTo>
                  <a:pt x="8195334" y="-44632"/>
                  <a:pt x="8154431" y="21021"/>
                  <a:pt x="8251939" y="0"/>
                </a:cubicBezTo>
                <a:cubicBezTo>
                  <a:pt x="8349447" y="-21021"/>
                  <a:pt x="8531603" y="23868"/>
                  <a:pt x="8718053" y="0"/>
                </a:cubicBezTo>
                <a:cubicBezTo>
                  <a:pt x="8904503" y="-23868"/>
                  <a:pt x="8988784" y="41768"/>
                  <a:pt x="9074832" y="0"/>
                </a:cubicBezTo>
                <a:cubicBezTo>
                  <a:pt x="9160880" y="-41768"/>
                  <a:pt x="9306537" y="23480"/>
                  <a:pt x="9431610" y="0"/>
                </a:cubicBezTo>
                <a:cubicBezTo>
                  <a:pt x="9556683" y="-23480"/>
                  <a:pt x="9694918" y="52946"/>
                  <a:pt x="9897724" y="0"/>
                </a:cubicBezTo>
                <a:cubicBezTo>
                  <a:pt x="10100530" y="-52946"/>
                  <a:pt x="10094251" y="37648"/>
                  <a:pt x="10254502" y="0"/>
                </a:cubicBezTo>
                <a:cubicBezTo>
                  <a:pt x="10414753" y="-37648"/>
                  <a:pt x="10596181" y="61382"/>
                  <a:pt x="10933532" y="0"/>
                </a:cubicBezTo>
                <a:cubicBezTo>
                  <a:pt x="10946318" y="174315"/>
                  <a:pt x="10899909" y="437209"/>
                  <a:pt x="10933532" y="579915"/>
                </a:cubicBezTo>
                <a:cubicBezTo>
                  <a:pt x="10967155" y="722622"/>
                  <a:pt x="10931216" y="928221"/>
                  <a:pt x="10933532" y="1020650"/>
                </a:cubicBezTo>
                <a:cubicBezTo>
                  <a:pt x="10935848" y="1113080"/>
                  <a:pt x="10906698" y="1322815"/>
                  <a:pt x="10933532" y="1554172"/>
                </a:cubicBezTo>
                <a:cubicBezTo>
                  <a:pt x="10960366" y="1785529"/>
                  <a:pt x="10883982" y="1955045"/>
                  <a:pt x="10933532" y="2087693"/>
                </a:cubicBezTo>
                <a:cubicBezTo>
                  <a:pt x="10983082" y="2220341"/>
                  <a:pt x="10926439" y="2458685"/>
                  <a:pt x="10933532" y="2574821"/>
                </a:cubicBezTo>
                <a:cubicBezTo>
                  <a:pt x="10940625" y="2690957"/>
                  <a:pt x="10919433" y="2846430"/>
                  <a:pt x="10933532" y="3108343"/>
                </a:cubicBezTo>
                <a:cubicBezTo>
                  <a:pt x="10947631" y="3370256"/>
                  <a:pt x="10911844" y="3486892"/>
                  <a:pt x="10933532" y="3641865"/>
                </a:cubicBezTo>
                <a:cubicBezTo>
                  <a:pt x="10955220" y="3796838"/>
                  <a:pt x="10898286" y="4403606"/>
                  <a:pt x="10933532" y="4639318"/>
                </a:cubicBezTo>
                <a:cubicBezTo>
                  <a:pt x="10781171" y="4645614"/>
                  <a:pt x="10693148" y="4601994"/>
                  <a:pt x="10576754" y="4639318"/>
                </a:cubicBezTo>
                <a:cubicBezTo>
                  <a:pt x="10460360" y="4676642"/>
                  <a:pt x="10255553" y="4628885"/>
                  <a:pt x="10001305" y="4639318"/>
                </a:cubicBezTo>
                <a:cubicBezTo>
                  <a:pt x="9747057" y="4649751"/>
                  <a:pt x="9510833" y="4635210"/>
                  <a:pt x="9316520" y="4639318"/>
                </a:cubicBezTo>
                <a:cubicBezTo>
                  <a:pt x="9122208" y="4643426"/>
                  <a:pt x="9021822" y="4592102"/>
                  <a:pt x="8850406" y="4639318"/>
                </a:cubicBezTo>
                <a:cubicBezTo>
                  <a:pt x="8678990" y="4686534"/>
                  <a:pt x="8450978" y="4631927"/>
                  <a:pt x="8056287" y="4639318"/>
                </a:cubicBezTo>
                <a:cubicBezTo>
                  <a:pt x="7661596" y="4646709"/>
                  <a:pt x="7904470" y="4620985"/>
                  <a:pt x="7808844" y="4639318"/>
                </a:cubicBezTo>
                <a:cubicBezTo>
                  <a:pt x="7713218" y="4657651"/>
                  <a:pt x="7369796" y="4605558"/>
                  <a:pt x="7014724" y="4639318"/>
                </a:cubicBezTo>
                <a:cubicBezTo>
                  <a:pt x="6659652" y="4673078"/>
                  <a:pt x="6767066" y="4637985"/>
                  <a:pt x="6657946" y="4639318"/>
                </a:cubicBezTo>
                <a:cubicBezTo>
                  <a:pt x="6548826" y="4640651"/>
                  <a:pt x="6301975" y="4580390"/>
                  <a:pt x="5973161" y="4639318"/>
                </a:cubicBezTo>
                <a:cubicBezTo>
                  <a:pt x="5644348" y="4698246"/>
                  <a:pt x="5615386" y="4606968"/>
                  <a:pt x="5507047" y="4639318"/>
                </a:cubicBezTo>
                <a:cubicBezTo>
                  <a:pt x="5398708" y="4671668"/>
                  <a:pt x="5066718" y="4637016"/>
                  <a:pt x="4931598" y="4639318"/>
                </a:cubicBezTo>
                <a:cubicBezTo>
                  <a:pt x="4796478" y="4641620"/>
                  <a:pt x="4512755" y="4622133"/>
                  <a:pt x="4356149" y="4639318"/>
                </a:cubicBezTo>
                <a:cubicBezTo>
                  <a:pt x="4199543" y="4656503"/>
                  <a:pt x="3949491" y="4560074"/>
                  <a:pt x="3671365" y="4639318"/>
                </a:cubicBezTo>
                <a:cubicBezTo>
                  <a:pt x="3393239" y="4718562"/>
                  <a:pt x="3204711" y="4572290"/>
                  <a:pt x="2986581" y="4639318"/>
                </a:cubicBezTo>
                <a:cubicBezTo>
                  <a:pt x="2768451" y="4706346"/>
                  <a:pt x="2861060" y="4638584"/>
                  <a:pt x="2739137" y="4639318"/>
                </a:cubicBezTo>
                <a:cubicBezTo>
                  <a:pt x="2617214" y="4640052"/>
                  <a:pt x="2524338" y="4616791"/>
                  <a:pt x="2382359" y="4639318"/>
                </a:cubicBezTo>
                <a:cubicBezTo>
                  <a:pt x="2240380" y="4661845"/>
                  <a:pt x="2119470" y="4602690"/>
                  <a:pt x="2025581" y="4639318"/>
                </a:cubicBezTo>
                <a:cubicBezTo>
                  <a:pt x="1931692" y="4675946"/>
                  <a:pt x="1762088" y="4607623"/>
                  <a:pt x="1559467" y="4639318"/>
                </a:cubicBezTo>
                <a:cubicBezTo>
                  <a:pt x="1356846" y="4671013"/>
                  <a:pt x="1284145" y="4588192"/>
                  <a:pt x="1093353" y="4639318"/>
                </a:cubicBezTo>
                <a:cubicBezTo>
                  <a:pt x="902561" y="4690444"/>
                  <a:pt x="913727" y="4626004"/>
                  <a:pt x="736575" y="4639318"/>
                </a:cubicBezTo>
                <a:cubicBezTo>
                  <a:pt x="559423" y="4652632"/>
                  <a:pt x="281139" y="4585512"/>
                  <a:pt x="0" y="4639318"/>
                </a:cubicBezTo>
                <a:cubicBezTo>
                  <a:pt x="-32491" y="4513557"/>
                  <a:pt x="57212" y="4220733"/>
                  <a:pt x="0" y="4105796"/>
                </a:cubicBezTo>
                <a:cubicBezTo>
                  <a:pt x="-57212" y="3990859"/>
                  <a:pt x="35203" y="3685644"/>
                  <a:pt x="0" y="3572275"/>
                </a:cubicBezTo>
                <a:cubicBezTo>
                  <a:pt x="-35203" y="3458906"/>
                  <a:pt x="60231" y="3177064"/>
                  <a:pt x="0" y="2899574"/>
                </a:cubicBezTo>
                <a:cubicBezTo>
                  <a:pt x="-60231" y="2622084"/>
                  <a:pt x="4307" y="2575404"/>
                  <a:pt x="0" y="2366052"/>
                </a:cubicBezTo>
                <a:cubicBezTo>
                  <a:pt x="-4307" y="2156700"/>
                  <a:pt x="55368" y="2044042"/>
                  <a:pt x="0" y="1739744"/>
                </a:cubicBezTo>
                <a:cubicBezTo>
                  <a:pt x="-55368" y="1435446"/>
                  <a:pt x="40149" y="1282855"/>
                  <a:pt x="0" y="1067043"/>
                </a:cubicBezTo>
                <a:cubicBezTo>
                  <a:pt x="-40149" y="851231"/>
                  <a:pt x="92579" y="526016"/>
                  <a:pt x="0" y="0"/>
                </a:cubicBezTo>
                <a:close/>
              </a:path>
              <a:path w="10933532" h="4639318" stroke="0" extrusionOk="0">
                <a:moveTo>
                  <a:pt x="0" y="0"/>
                </a:moveTo>
                <a:cubicBezTo>
                  <a:pt x="98271" y="-33431"/>
                  <a:pt x="244971" y="34524"/>
                  <a:pt x="466114" y="0"/>
                </a:cubicBezTo>
                <a:cubicBezTo>
                  <a:pt x="687257" y="-34524"/>
                  <a:pt x="1009713" y="13230"/>
                  <a:pt x="1260233" y="0"/>
                </a:cubicBezTo>
                <a:cubicBezTo>
                  <a:pt x="1510753" y="-13230"/>
                  <a:pt x="1415893" y="21290"/>
                  <a:pt x="1507677" y="0"/>
                </a:cubicBezTo>
                <a:cubicBezTo>
                  <a:pt x="1599461" y="-21290"/>
                  <a:pt x="1700475" y="13380"/>
                  <a:pt x="1755120" y="0"/>
                </a:cubicBezTo>
                <a:cubicBezTo>
                  <a:pt x="1809765" y="-13380"/>
                  <a:pt x="1990598" y="40094"/>
                  <a:pt x="2221233" y="0"/>
                </a:cubicBezTo>
                <a:cubicBezTo>
                  <a:pt x="2451868" y="-40094"/>
                  <a:pt x="2801134" y="67301"/>
                  <a:pt x="3015353" y="0"/>
                </a:cubicBezTo>
                <a:cubicBezTo>
                  <a:pt x="3229572" y="-67301"/>
                  <a:pt x="3449779" y="63626"/>
                  <a:pt x="3590802" y="0"/>
                </a:cubicBezTo>
                <a:cubicBezTo>
                  <a:pt x="3731825" y="-63626"/>
                  <a:pt x="3835038" y="49095"/>
                  <a:pt x="4056916" y="0"/>
                </a:cubicBezTo>
                <a:cubicBezTo>
                  <a:pt x="4278794" y="-49095"/>
                  <a:pt x="4579557" y="92172"/>
                  <a:pt x="4851036" y="0"/>
                </a:cubicBezTo>
                <a:cubicBezTo>
                  <a:pt x="5122515" y="-92172"/>
                  <a:pt x="5364214" y="26504"/>
                  <a:pt x="5535820" y="0"/>
                </a:cubicBezTo>
                <a:cubicBezTo>
                  <a:pt x="5707426" y="-26504"/>
                  <a:pt x="6082632" y="71032"/>
                  <a:pt x="6220604" y="0"/>
                </a:cubicBezTo>
                <a:cubicBezTo>
                  <a:pt x="6358576" y="-71032"/>
                  <a:pt x="6582886" y="2977"/>
                  <a:pt x="6796053" y="0"/>
                </a:cubicBezTo>
                <a:cubicBezTo>
                  <a:pt x="7009220" y="-2977"/>
                  <a:pt x="6926714" y="10002"/>
                  <a:pt x="7043496" y="0"/>
                </a:cubicBezTo>
                <a:cubicBezTo>
                  <a:pt x="7160278" y="-10002"/>
                  <a:pt x="7291594" y="32537"/>
                  <a:pt x="7509610" y="0"/>
                </a:cubicBezTo>
                <a:cubicBezTo>
                  <a:pt x="7727626" y="-32537"/>
                  <a:pt x="7865593" y="43203"/>
                  <a:pt x="7975724" y="0"/>
                </a:cubicBezTo>
                <a:cubicBezTo>
                  <a:pt x="8085855" y="-43203"/>
                  <a:pt x="8230325" y="24335"/>
                  <a:pt x="8441838" y="0"/>
                </a:cubicBezTo>
                <a:cubicBezTo>
                  <a:pt x="8653351" y="-24335"/>
                  <a:pt x="8759954" y="9792"/>
                  <a:pt x="8907951" y="0"/>
                </a:cubicBezTo>
                <a:cubicBezTo>
                  <a:pt x="9055948" y="-9792"/>
                  <a:pt x="9184370" y="22826"/>
                  <a:pt x="9264730" y="0"/>
                </a:cubicBezTo>
                <a:cubicBezTo>
                  <a:pt x="9345090" y="-22826"/>
                  <a:pt x="9452267" y="5243"/>
                  <a:pt x="9512173" y="0"/>
                </a:cubicBezTo>
                <a:cubicBezTo>
                  <a:pt x="9572079" y="-5243"/>
                  <a:pt x="10119313" y="27785"/>
                  <a:pt x="10306293" y="0"/>
                </a:cubicBezTo>
                <a:cubicBezTo>
                  <a:pt x="10493273" y="-27785"/>
                  <a:pt x="10734626" y="22081"/>
                  <a:pt x="10933532" y="0"/>
                </a:cubicBezTo>
                <a:cubicBezTo>
                  <a:pt x="10965414" y="195819"/>
                  <a:pt x="10909491" y="302215"/>
                  <a:pt x="10933532" y="487128"/>
                </a:cubicBezTo>
                <a:cubicBezTo>
                  <a:pt x="10957573" y="672041"/>
                  <a:pt x="10919665" y="833698"/>
                  <a:pt x="10933532" y="927864"/>
                </a:cubicBezTo>
                <a:cubicBezTo>
                  <a:pt x="10947399" y="1022030"/>
                  <a:pt x="10900617" y="1270068"/>
                  <a:pt x="10933532" y="1368599"/>
                </a:cubicBezTo>
                <a:cubicBezTo>
                  <a:pt x="10966447" y="1467131"/>
                  <a:pt x="10877863" y="1642364"/>
                  <a:pt x="10933532" y="1855727"/>
                </a:cubicBezTo>
                <a:cubicBezTo>
                  <a:pt x="10989201" y="2069090"/>
                  <a:pt x="10890678" y="2202338"/>
                  <a:pt x="10933532" y="2342856"/>
                </a:cubicBezTo>
                <a:cubicBezTo>
                  <a:pt x="10976386" y="2483374"/>
                  <a:pt x="10883646" y="2685897"/>
                  <a:pt x="10933532" y="2783591"/>
                </a:cubicBezTo>
                <a:cubicBezTo>
                  <a:pt x="10983418" y="2881285"/>
                  <a:pt x="10865465" y="3126605"/>
                  <a:pt x="10933532" y="3363506"/>
                </a:cubicBezTo>
                <a:cubicBezTo>
                  <a:pt x="11001599" y="3600408"/>
                  <a:pt x="10889927" y="3657970"/>
                  <a:pt x="10933532" y="3943420"/>
                </a:cubicBezTo>
                <a:cubicBezTo>
                  <a:pt x="10977137" y="4228870"/>
                  <a:pt x="10879525" y="4300407"/>
                  <a:pt x="10933532" y="4639318"/>
                </a:cubicBezTo>
                <a:cubicBezTo>
                  <a:pt x="10771461" y="4690077"/>
                  <a:pt x="10501205" y="4617500"/>
                  <a:pt x="10358083" y="4639318"/>
                </a:cubicBezTo>
                <a:cubicBezTo>
                  <a:pt x="10214961" y="4661136"/>
                  <a:pt x="9979206" y="4630346"/>
                  <a:pt x="9782634" y="4639318"/>
                </a:cubicBezTo>
                <a:cubicBezTo>
                  <a:pt x="9586062" y="4648290"/>
                  <a:pt x="9281280" y="4579163"/>
                  <a:pt x="9097850" y="4639318"/>
                </a:cubicBezTo>
                <a:cubicBezTo>
                  <a:pt x="8914420" y="4699473"/>
                  <a:pt x="8767742" y="4603543"/>
                  <a:pt x="8631736" y="4639318"/>
                </a:cubicBezTo>
                <a:cubicBezTo>
                  <a:pt x="8495730" y="4675093"/>
                  <a:pt x="8209697" y="4622436"/>
                  <a:pt x="7837616" y="4639318"/>
                </a:cubicBezTo>
                <a:cubicBezTo>
                  <a:pt x="7465535" y="4656200"/>
                  <a:pt x="7425315" y="4570855"/>
                  <a:pt x="7152832" y="4639318"/>
                </a:cubicBezTo>
                <a:cubicBezTo>
                  <a:pt x="6880349" y="4707781"/>
                  <a:pt x="6820107" y="4597623"/>
                  <a:pt x="6686718" y="4639318"/>
                </a:cubicBezTo>
                <a:cubicBezTo>
                  <a:pt x="6553329" y="4681013"/>
                  <a:pt x="6156636" y="4593079"/>
                  <a:pt x="6001934" y="4639318"/>
                </a:cubicBezTo>
                <a:cubicBezTo>
                  <a:pt x="5847232" y="4685557"/>
                  <a:pt x="5660528" y="4588766"/>
                  <a:pt x="5535820" y="4639318"/>
                </a:cubicBezTo>
                <a:cubicBezTo>
                  <a:pt x="5411112" y="4689870"/>
                  <a:pt x="5305386" y="4613074"/>
                  <a:pt x="5179041" y="4639318"/>
                </a:cubicBezTo>
                <a:cubicBezTo>
                  <a:pt x="5052696" y="4665562"/>
                  <a:pt x="4806904" y="4597521"/>
                  <a:pt x="4494257" y="4639318"/>
                </a:cubicBezTo>
                <a:cubicBezTo>
                  <a:pt x="4181610" y="4681115"/>
                  <a:pt x="4274922" y="4634322"/>
                  <a:pt x="4137479" y="4639318"/>
                </a:cubicBezTo>
                <a:cubicBezTo>
                  <a:pt x="4000036" y="4644314"/>
                  <a:pt x="3703386" y="4578502"/>
                  <a:pt x="3452694" y="4639318"/>
                </a:cubicBezTo>
                <a:cubicBezTo>
                  <a:pt x="3202003" y="4700134"/>
                  <a:pt x="2952169" y="4637839"/>
                  <a:pt x="2658575" y="4639318"/>
                </a:cubicBezTo>
                <a:cubicBezTo>
                  <a:pt x="2364981" y="4640797"/>
                  <a:pt x="2082174" y="4563049"/>
                  <a:pt x="1864455" y="4639318"/>
                </a:cubicBezTo>
                <a:cubicBezTo>
                  <a:pt x="1646736" y="4715587"/>
                  <a:pt x="1681444" y="4633992"/>
                  <a:pt x="1507677" y="4639318"/>
                </a:cubicBezTo>
                <a:cubicBezTo>
                  <a:pt x="1333910" y="4644644"/>
                  <a:pt x="1163635" y="4595288"/>
                  <a:pt x="932227" y="4639318"/>
                </a:cubicBezTo>
                <a:cubicBezTo>
                  <a:pt x="700819" y="4683348"/>
                  <a:pt x="769438" y="4609696"/>
                  <a:pt x="684784" y="4639318"/>
                </a:cubicBezTo>
                <a:cubicBezTo>
                  <a:pt x="600130" y="4668940"/>
                  <a:pt x="156813" y="4637359"/>
                  <a:pt x="0" y="4639318"/>
                </a:cubicBezTo>
                <a:cubicBezTo>
                  <a:pt x="-38035" y="4526259"/>
                  <a:pt x="4331" y="4377442"/>
                  <a:pt x="0" y="4152190"/>
                </a:cubicBezTo>
                <a:cubicBezTo>
                  <a:pt x="-4331" y="3926938"/>
                  <a:pt x="44129" y="3771479"/>
                  <a:pt x="0" y="3479489"/>
                </a:cubicBezTo>
                <a:cubicBezTo>
                  <a:pt x="-44129" y="3187499"/>
                  <a:pt x="2613" y="3037216"/>
                  <a:pt x="0" y="2899574"/>
                </a:cubicBezTo>
                <a:cubicBezTo>
                  <a:pt x="-2613" y="2761932"/>
                  <a:pt x="53617" y="2613004"/>
                  <a:pt x="0" y="2366052"/>
                </a:cubicBezTo>
                <a:cubicBezTo>
                  <a:pt x="-53617" y="2119100"/>
                  <a:pt x="10230" y="2016900"/>
                  <a:pt x="0" y="1693351"/>
                </a:cubicBezTo>
                <a:cubicBezTo>
                  <a:pt x="-10230" y="1369802"/>
                  <a:pt x="29288" y="1372668"/>
                  <a:pt x="0" y="1252616"/>
                </a:cubicBezTo>
                <a:cubicBezTo>
                  <a:pt x="-29288" y="1132565"/>
                  <a:pt x="34029" y="953889"/>
                  <a:pt x="0" y="811881"/>
                </a:cubicBezTo>
                <a:cubicBezTo>
                  <a:pt x="-34029" y="669873"/>
                  <a:pt x="16859" y="18995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76200">
            <a:extLst>
              <a:ext uri="{C807C97D-BFC1-408E-A445-0C87EB9F89A2}">
                <ask:lineSketchStyleProps xmlns:ask="http://schemas.microsoft.com/office/drawing/2018/sketchyshapes" xmlns="" sd="42673224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840CB-E13F-4B25-A807-9E0D8AF3CEF7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2.6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 والتناسب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526445-FB83-461A-83FC-91A309B90B40}"/>
                  </a:ext>
                </a:extLst>
              </p:cNvPr>
              <p:cNvSpPr txBox="1"/>
              <p:nvPr/>
            </p:nvSpPr>
            <p:spPr>
              <a:xfrm>
                <a:off x="4246631" y="1912947"/>
                <a:ext cx="6916903" cy="803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AE" sz="3200" b="1" dirty="0">
                    <a:solidFill>
                      <a:schemeClr val="bg1"/>
                    </a:solidFill>
                    <a:cs typeface="Akhbar MT" pitchFamily="2" charset="-78"/>
                  </a:rPr>
                  <a:t>حددي ما إذا كانت النسب متساوية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GB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GB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den>
                    </m:f>
                  </m:oMath>
                </a14:m>
                <a:endParaRPr lang="en-GB" sz="3200" b="1" dirty="0">
                  <a:solidFill>
                    <a:schemeClr val="bg1"/>
                  </a:solidFill>
                  <a:cs typeface="Akhbar MT" pitchFamily="2" charset="-78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4526445-FB83-461A-83FC-91A309B90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631" y="1912947"/>
                <a:ext cx="6916903" cy="803682"/>
              </a:xfrm>
              <a:prstGeom prst="rect">
                <a:avLst/>
              </a:prstGeom>
              <a:blipFill>
                <a:blip r:embed="rId2"/>
                <a:stretch>
                  <a:fillRect r="-2205" b="-20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149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5FA118-8511-4B8D-9A30-A5512EEEAA6C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40A55-D5EF-46D3-AB11-A890FF103EA9}"/>
                  </a:ext>
                </a:extLst>
              </p:cNvPr>
              <p:cNvSpPr txBox="1"/>
              <p:nvPr/>
            </p:nvSpPr>
            <p:spPr>
              <a:xfrm>
                <a:off x="2378564" y="4260381"/>
                <a:ext cx="21149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a) </a:t>
                </a:r>
                <a14:m>
                  <m:oMath xmlns:m="http://schemas.openxmlformats.org/officeDocument/2006/math">
                    <m:r>
                      <a:rPr kumimoji="0" lang="ar-AE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𝟏𝟗</m:t>
                    </m:r>
                  </m:oMath>
                </a14:m>
                <a:endPara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40A55-D5EF-46D3-AB11-A890FF103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64" y="4260381"/>
                <a:ext cx="2114900" cy="461665"/>
              </a:xfrm>
              <a:prstGeom prst="rect">
                <a:avLst/>
              </a:prstGeom>
              <a:blipFill>
                <a:blip r:embed="rId2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83EEF-C4BA-4E13-BC51-13419739FA9E}"/>
                  </a:ext>
                </a:extLst>
              </p:cNvPr>
              <p:cNvSpPr txBox="1"/>
              <p:nvPr/>
            </p:nvSpPr>
            <p:spPr>
              <a:xfrm>
                <a:off x="7248466" y="4173498"/>
                <a:ext cx="36514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b) </a:t>
                </a:r>
                <a14:m>
                  <m:oMath xmlns:m="http://schemas.openxmlformats.org/officeDocument/2006/math">
                    <m:r>
                      <a:rPr kumimoji="0" lang="ar-AE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𝟓𝟕</m:t>
                    </m:r>
                  </m:oMath>
                </a14:m>
                <a:endPara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83EEF-C4BA-4E13-BC51-13419739F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466" y="4173498"/>
                <a:ext cx="3651406" cy="461665"/>
              </a:xfrm>
              <a:prstGeom prst="rect">
                <a:avLst/>
              </a:prstGeom>
              <a:blipFill>
                <a:blip r:embed="rId3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8BE38-F9A6-4EB0-B620-3F194051A2CD}"/>
                  </a:ext>
                </a:extLst>
              </p:cNvPr>
              <p:cNvSpPr txBox="1"/>
              <p:nvPr/>
            </p:nvSpPr>
            <p:spPr>
              <a:xfrm>
                <a:off x="1911079" y="5381079"/>
                <a:ext cx="3049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c) </a:t>
                </a:r>
                <a14:m>
                  <m:oMath xmlns:m="http://schemas.openxmlformats.org/officeDocument/2006/math">
                    <m:r>
                      <a:rPr kumimoji="0" lang="ar-AE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𝟕𝟔</m:t>
                    </m:r>
                  </m:oMath>
                </a14:m>
                <a:endPara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8BE38-F9A6-4EB0-B620-3F194051A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079" y="5381079"/>
                <a:ext cx="3049870" cy="461665"/>
              </a:xfrm>
              <a:prstGeom prst="rect">
                <a:avLst/>
              </a:prstGeom>
              <a:blipFill>
                <a:blip r:embed="rId4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306C9-06FF-4F69-82E7-03B4BF9F984D}"/>
                  </a:ext>
                </a:extLst>
              </p:cNvPr>
              <p:cNvSpPr txBox="1"/>
              <p:nvPr/>
            </p:nvSpPr>
            <p:spPr>
              <a:xfrm>
                <a:off x="8016719" y="5337637"/>
                <a:ext cx="21149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d) </a:t>
                </a:r>
                <a14:m>
                  <m:oMath xmlns:m="http://schemas.openxmlformats.org/officeDocument/2006/math">
                    <m:r>
                      <a:rPr kumimoji="0" lang="ar-AE" sz="24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𝟏𝟏𝟒</m:t>
                    </m:r>
                  </m:oMath>
                </a14:m>
                <a:endParaRPr kumimoji="0" lang="en-GB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306C9-06FF-4F69-82E7-03B4BF9F9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719" y="5337637"/>
                <a:ext cx="2114900" cy="461665"/>
              </a:xfrm>
              <a:prstGeom prst="rect">
                <a:avLst/>
              </a:prstGeom>
              <a:blipFill>
                <a:blip r:embed="rId5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034B0EA-8D4B-470F-BB4E-6BACA6CE03E7}"/>
              </a:ext>
            </a:extLst>
          </p:cNvPr>
          <p:cNvSpPr txBox="1"/>
          <p:nvPr/>
        </p:nvSpPr>
        <p:spPr>
          <a:xfrm>
            <a:off x="465615" y="2148560"/>
            <a:ext cx="11197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AE" sz="2800" b="1" dirty="0">
                <a:cs typeface="Akhbar MT" pitchFamily="2" charset="-78"/>
              </a:rPr>
              <a:t>تستخد</a:t>
            </a:r>
            <a:r>
              <a:rPr lang="ar-AE" sz="2800" b="1" dirty="0">
                <a:solidFill>
                  <a:schemeClr val="bg1"/>
                </a:solidFill>
                <a:cs typeface="Akhbar MT" pitchFamily="2" charset="-78"/>
              </a:rPr>
              <a:t>تستخدم عائشة مقدار مترين من الخيط لكل ثلاث مربعات تحيكها في لحافها .كم مربع يمكنها حياكته إذا كان لديها 38 مترا من الخيط؟</a:t>
            </a:r>
            <a:endParaRPr lang="en-GB" sz="2800" b="1" dirty="0">
              <a:cs typeface="Akhbar MT" pitchFamily="2" charset="-7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602847-0134-41B0-BA01-95BEB0520AD7}"/>
              </a:ext>
            </a:extLst>
          </p:cNvPr>
          <p:cNvSpPr/>
          <p:nvPr/>
        </p:nvSpPr>
        <p:spPr>
          <a:xfrm>
            <a:off x="8580505" y="4173497"/>
            <a:ext cx="493664" cy="4616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2.6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 والتناسب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1361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5FA118-8511-4B8D-9A30-A5512EEEAA6C}"/>
              </a:ext>
            </a:extLst>
          </p:cNvPr>
          <p:cNvSpPr/>
          <p:nvPr/>
        </p:nvSpPr>
        <p:spPr>
          <a:xfrm>
            <a:off x="203824" y="1469772"/>
            <a:ext cx="11679637" cy="5032005"/>
          </a:xfrm>
          <a:custGeom>
            <a:avLst/>
            <a:gdLst>
              <a:gd name="connsiteX0" fmla="*/ 0 w 11679637"/>
              <a:gd name="connsiteY0" fmla="*/ 0 h 5032005"/>
              <a:gd name="connsiteX1" fmla="*/ 583982 w 11679637"/>
              <a:gd name="connsiteY1" fmla="*/ 0 h 5032005"/>
              <a:gd name="connsiteX2" fmla="*/ 1167964 w 11679637"/>
              <a:gd name="connsiteY2" fmla="*/ 0 h 5032005"/>
              <a:gd name="connsiteX3" fmla="*/ 1635149 w 11679637"/>
              <a:gd name="connsiteY3" fmla="*/ 0 h 5032005"/>
              <a:gd name="connsiteX4" fmla="*/ 2102335 w 11679637"/>
              <a:gd name="connsiteY4" fmla="*/ 0 h 5032005"/>
              <a:gd name="connsiteX5" fmla="*/ 2452724 w 11679637"/>
              <a:gd name="connsiteY5" fmla="*/ 0 h 5032005"/>
              <a:gd name="connsiteX6" fmla="*/ 3036706 w 11679637"/>
              <a:gd name="connsiteY6" fmla="*/ 0 h 5032005"/>
              <a:gd name="connsiteX7" fmla="*/ 3270298 w 11679637"/>
              <a:gd name="connsiteY7" fmla="*/ 0 h 5032005"/>
              <a:gd name="connsiteX8" fmla="*/ 3854280 w 11679637"/>
              <a:gd name="connsiteY8" fmla="*/ 0 h 5032005"/>
              <a:gd name="connsiteX9" fmla="*/ 4321466 w 11679637"/>
              <a:gd name="connsiteY9" fmla="*/ 0 h 5032005"/>
              <a:gd name="connsiteX10" fmla="*/ 4555058 w 11679637"/>
              <a:gd name="connsiteY10" fmla="*/ 0 h 5032005"/>
              <a:gd name="connsiteX11" fmla="*/ 5372633 w 11679637"/>
              <a:gd name="connsiteY11" fmla="*/ 0 h 5032005"/>
              <a:gd name="connsiteX12" fmla="*/ 5723022 w 11679637"/>
              <a:gd name="connsiteY12" fmla="*/ 0 h 5032005"/>
              <a:gd name="connsiteX13" fmla="*/ 6423800 w 11679637"/>
              <a:gd name="connsiteY13" fmla="*/ 0 h 5032005"/>
              <a:gd name="connsiteX14" fmla="*/ 6774189 w 11679637"/>
              <a:gd name="connsiteY14" fmla="*/ 0 h 5032005"/>
              <a:gd name="connsiteX15" fmla="*/ 7124579 w 11679637"/>
              <a:gd name="connsiteY15" fmla="*/ 0 h 5032005"/>
              <a:gd name="connsiteX16" fmla="*/ 7942153 w 11679637"/>
              <a:gd name="connsiteY16" fmla="*/ 0 h 5032005"/>
              <a:gd name="connsiteX17" fmla="*/ 8526135 w 11679637"/>
              <a:gd name="connsiteY17" fmla="*/ 0 h 5032005"/>
              <a:gd name="connsiteX18" fmla="*/ 8759728 w 11679637"/>
              <a:gd name="connsiteY18" fmla="*/ 0 h 5032005"/>
              <a:gd name="connsiteX19" fmla="*/ 9577302 w 11679637"/>
              <a:gd name="connsiteY19" fmla="*/ 0 h 5032005"/>
              <a:gd name="connsiteX20" fmla="*/ 10394877 w 11679637"/>
              <a:gd name="connsiteY20" fmla="*/ 0 h 5032005"/>
              <a:gd name="connsiteX21" fmla="*/ 10628470 w 11679637"/>
              <a:gd name="connsiteY21" fmla="*/ 0 h 5032005"/>
              <a:gd name="connsiteX22" fmla="*/ 11679637 w 11679637"/>
              <a:gd name="connsiteY22" fmla="*/ 0 h 5032005"/>
              <a:gd name="connsiteX23" fmla="*/ 11679637 w 11679637"/>
              <a:gd name="connsiteY23" fmla="*/ 508792 h 5032005"/>
              <a:gd name="connsiteX24" fmla="*/ 11679637 w 11679637"/>
              <a:gd name="connsiteY24" fmla="*/ 1118223 h 5032005"/>
              <a:gd name="connsiteX25" fmla="*/ 11679637 w 11679637"/>
              <a:gd name="connsiteY25" fmla="*/ 1526375 h 5032005"/>
              <a:gd name="connsiteX26" fmla="*/ 11679637 w 11679637"/>
              <a:gd name="connsiteY26" fmla="*/ 2035166 h 5032005"/>
              <a:gd name="connsiteX27" fmla="*/ 11679637 w 11679637"/>
              <a:gd name="connsiteY27" fmla="*/ 2543958 h 5032005"/>
              <a:gd name="connsiteX28" fmla="*/ 11679637 w 11679637"/>
              <a:gd name="connsiteY28" fmla="*/ 3153390 h 5032005"/>
              <a:gd name="connsiteX29" fmla="*/ 11679637 w 11679637"/>
              <a:gd name="connsiteY29" fmla="*/ 3611861 h 5032005"/>
              <a:gd name="connsiteX30" fmla="*/ 11679637 w 11679637"/>
              <a:gd name="connsiteY30" fmla="*/ 4271613 h 5032005"/>
              <a:gd name="connsiteX31" fmla="*/ 11679637 w 11679637"/>
              <a:gd name="connsiteY31" fmla="*/ 5032005 h 5032005"/>
              <a:gd name="connsiteX32" fmla="*/ 11329248 w 11679637"/>
              <a:gd name="connsiteY32" fmla="*/ 5032005 h 5032005"/>
              <a:gd name="connsiteX33" fmla="*/ 10628470 w 11679637"/>
              <a:gd name="connsiteY33" fmla="*/ 5032005 h 5032005"/>
              <a:gd name="connsiteX34" fmla="*/ 10161284 w 11679637"/>
              <a:gd name="connsiteY34" fmla="*/ 5032005 h 5032005"/>
              <a:gd name="connsiteX35" fmla="*/ 9810895 w 11679637"/>
              <a:gd name="connsiteY35" fmla="*/ 5032005 h 5032005"/>
              <a:gd name="connsiteX36" fmla="*/ 9343710 w 11679637"/>
              <a:gd name="connsiteY36" fmla="*/ 5032005 h 5032005"/>
              <a:gd name="connsiteX37" fmla="*/ 8642931 w 11679637"/>
              <a:gd name="connsiteY37" fmla="*/ 5032005 h 5032005"/>
              <a:gd name="connsiteX38" fmla="*/ 7825357 w 11679637"/>
              <a:gd name="connsiteY38" fmla="*/ 5032005 h 5032005"/>
              <a:gd name="connsiteX39" fmla="*/ 7358171 w 11679637"/>
              <a:gd name="connsiteY39" fmla="*/ 5032005 h 5032005"/>
              <a:gd name="connsiteX40" fmla="*/ 6657393 w 11679637"/>
              <a:gd name="connsiteY40" fmla="*/ 5032005 h 5032005"/>
              <a:gd name="connsiteX41" fmla="*/ 6423800 w 11679637"/>
              <a:gd name="connsiteY41" fmla="*/ 5032005 h 5032005"/>
              <a:gd name="connsiteX42" fmla="*/ 5839819 w 11679637"/>
              <a:gd name="connsiteY42" fmla="*/ 5032005 h 5032005"/>
              <a:gd name="connsiteX43" fmla="*/ 5489429 w 11679637"/>
              <a:gd name="connsiteY43" fmla="*/ 5032005 h 5032005"/>
              <a:gd name="connsiteX44" fmla="*/ 5255837 w 11679637"/>
              <a:gd name="connsiteY44" fmla="*/ 5032005 h 5032005"/>
              <a:gd name="connsiteX45" fmla="*/ 4438262 w 11679637"/>
              <a:gd name="connsiteY45" fmla="*/ 5032005 h 5032005"/>
              <a:gd name="connsiteX46" fmla="*/ 3971077 w 11679637"/>
              <a:gd name="connsiteY46" fmla="*/ 5032005 h 5032005"/>
              <a:gd name="connsiteX47" fmla="*/ 3737484 w 11679637"/>
              <a:gd name="connsiteY47" fmla="*/ 5032005 h 5032005"/>
              <a:gd name="connsiteX48" fmla="*/ 2919909 w 11679637"/>
              <a:gd name="connsiteY48" fmla="*/ 5032005 h 5032005"/>
              <a:gd name="connsiteX49" fmla="*/ 2569520 w 11679637"/>
              <a:gd name="connsiteY49" fmla="*/ 5032005 h 5032005"/>
              <a:gd name="connsiteX50" fmla="*/ 1751946 w 11679637"/>
              <a:gd name="connsiteY50" fmla="*/ 5032005 h 5032005"/>
              <a:gd name="connsiteX51" fmla="*/ 1167964 w 11679637"/>
              <a:gd name="connsiteY51" fmla="*/ 5032005 h 5032005"/>
              <a:gd name="connsiteX52" fmla="*/ 817575 w 11679637"/>
              <a:gd name="connsiteY52" fmla="*/ 5032005 h 5032005"/>
              <a:gd name="connsiteX53" fmla="*/ 0 w 11679637"/>
              <a:gd name="connsiteY53" fmla="*/ 5032005 h 5032005"/>
              <a:gd name="connsiteX54" fmla="*/ 0 w 11679637"/>
              <a:gd name="connsiteY54" fmla="*/ 4573533 h 5032005"/>
              <a:gd name="connsiteX55" fmla="*/ 0 w 11679637"/>
              <a:gd name="connsiteY55" fmla="*/ 4064742 h 5032005"/>
              <a:gd name="connsiteX56" fmla="*/ 0 w 11679637"/>
              <a:gd name="connsiteY56" fmla="*/ 3656590 h 5032005"/>
              <a:gd name="connsiteX57" fmla="*/ 0 w 11679637"/>
              <a:gd name="connsiteY57" fmla="*/ 3198119 h 5032005"/>
              <a:gd name="connsiteX58" fmla="*/ 0 w 11679637"/>
              <a:gd name="connsiteY58" fmla="*/ 2789967 h 5032005"/>
              <a:gd name="connsiteX59" fmla="*/ 0 w 11679637"/>
              <a:gd name="connsiteY59" fmla="*/ 2281176 h 5032005"/>
              <a:gd name="connsiteX60" fmla="*/ 0 w 11679637"/>
              <a:gd name="connsiteY60" fmla="*/ 1671744 h 5032005"/>
              <a:gd name="connsiteX61" fmla="*/ 0 w 11679637"/>
              <a:gd name="connsiteY61" fmla="*/ 1263592 h 5032005"/>
              <a:gd name="connsiteX62" fmla="*/ 0 w 11679637"/>
              <a:gd name="connsiteY62" fmla="*/ 704481 h 5032005"/>
              <a:gd name="connsiteX63" fmla="*/ 0 w 11679637"/>
              <a:gd name="connsiteY63" fmla="*/ 0 h 5032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1679637" h="5032005" fill="none" extrusionOk="0">
                <a:moveTo>
                  <a:pt x="0" y="0"/>
                </a:moveTo>
                <a:cubicBezTo>
                  <a:pt x="213780" y="-59442"/>
                  <a:pt x="446588" y="38725"/>
                  <a:pt x="583982" y="0"/>
                </a:cubicBezTo>
                <a:cubicBezTo>
                  <a:pt x="721376" y="-38725"/>
                  <a:pt x="892275" y="30601"/>
                  <a:pt x="1167964" y="0"/>
                </a:cubicBezTo>
                <a:cubicBezTo>
                  <a:pt x="1443653" y="-30601"/>
                  <a:pt x="1475032" y="43179"/>
                  <a:pt x="1635149" y="0"/>
                </a:cubicBezTo>
                <a:cubicBezTo>
                  <a:pt x="1795266" y="-43179"/>
                  <a:pt x="1967125" y="24345"/>
                  <a:pt x="2102335" y="0"/>
                </a:cubicBezTo>
                <a:cubicBezTo>
                  <a:pt x="2237545" y="-24345"/>
                  <a:pt x="2318914" y="27740"/>
                  <a:pt x="2452724" y="0"/>
                </a:cubicBezTo>
                <a:cubicBezTo>
                  <a:pt x="2586534" y="-27740"/>
                  <a:pt x="2910326" y="48178"/>
                  <a:pt x="3036706" y="0"/>
                </a:cubicBezTo>
                <a:cubicBezTo>
                  <a:pt x="3163086" y="-48178"/>
                  <a:pt x="3190581" y="8230"/>
                  <a:pt x="3270298" y="0"/>
                </a:cubicBezTo>
                <a:cubicBezTo>
                  <a:pt x="3350015" y="-8230"/>
                  <a:pt x="3706329" y="39515"/>
                  <a:pt x="3854280" y="0"/>
                </a:cubicBezTo>
                <a:cubicBezTo>
                  <a:pt x="4002231" y="-39515"/>
                  <a:pt x="4107480" y="30208"/>
                  <a:pt x="4321466" y="0"/>
                </a:cubicBezTo>
                <a:cubicBezTo>
                  <a:pt x="4535452" y="-30208"/>
                  <a:pt x="4502963" y="24112"/>
                  <a:pt x="4555058" y="0"/>
                </a:cubicBezTo>
                <a:cubicBezTo>
                  <a:pt x="4607153" y="-24112"/>
                  <a:pt x="5020573" y="5033"/>
                  <a:pt x="5372633" y="0"/>
                </a:cubicBezTo>
                <a:cubicBezTo>
                  <a:pt x="5724694" y="-5033"/>
                  <a:pt x="5584209" y="3328"/>
                  <a:pt x="5723022" y="0"/>
                </a:cubicBezTo>
                <a:cubicBezTo>
                  <a:pt x="5861835" y="-3328"/>
                  <a:pt x="6245414" y="6046"/>
                  <a:pt x="6423800" y="0"/>
                </a:cubicBezTo>
                <a:cubicBezTo>
                  <a:pt x="6602186" y="-6046"/>
                  <a:pt x="6599464" y="5758"/>
                  <a:pt x="6774189" y="0"/>
                </a:cubicBezTo>
                <a:cubicBezTo>
                  <a:pt x="6948914" y="-5758"/>
                  <a:pt x="7019027" y="1992"/>
                  <a:pt x="7124579" y="0"/>
                </a:cubicBezTo>
                <a:cubicBezTo>
                  <a:pt x="7230131" y="-1992"/>
                  <a:pt x="7558531" y="66129"/>
                  <a:pt x="7942153" y="0"/>
                </a:cubicBezTo>
                <a:cubicBezTo>
                  <a:pt x="8325775" y="-66129"/>
                  <a:pt x="8399356" y="63983"/>
                  <a:pt x="8526135" y="0"/>
                </a:cubicBezTo>
                <a:cubicBezTo>
                  <a:pt x="8652914" y="-63983"/>
                  <a:pt x="8654815" y="3115"/>
                  <a:pt x="8759728" y="0"/>
                </a:cubicBezTo>
                <a:cubicBezTo>
                  <a:pt x="8864641" y="-3115"/>
                  <a:pt x="9260493" y="43425"/>
                  <a:pt x="9577302" y="0"/>
                </a:cubicBezTo>
                <a:cubicBezTo>
                  <a:pt x="9894111" y="-43425"/>
                  <a:pt x="10025515" y="68291"/>
                  <a:pt x="10394877" y="0"/>
                </a:cubicBezTo>
                <a:cubicBezTo>
                  <a:pt x="10764240" y="-68291"/>
                  <a:pt x="10578093" y="2134"/>
                  <a:pt x="10628470" y="0"/>
                </a:cubicBezTo>
                <a:cubicBezTo>
                  <a:pt x="10678847" y="-2134"/>
                  <a:pt x="11404411" y="77530"/>
                  <a:pt x="11679637" y="0"/>
                </a:cubicBezTo>
                <a:cubicBezTo>
                  <a:pt x="11728008" y="235086"/>
                  <a:pt x="11674112" y="352868"/>
                  <a:pt x="11679637" y="508792"/>
                </a:cubicBezTo>
                <a:cubicBezTo>
                  <a:pt x="11685162" y="664716"/>
                  <a:pt x="11642862" y="841129"/>
                  <a:pt x="11679637" y="1118223"/>
                </a:cubicBezTo>
                <a:cubicBezTo>
                  <a:pt x="11716412" y="1395317"/>
                  <a:pt x="11642403" y="1393653"/>
                  <a:pt x="11679637" y="1526375"/>
                </a:cubicBezTo>
                <a:cubicBezTo>
                  <a:pt x="11716871" y="1659097"/>
                  <a:pt x="11665658" y="1819527"/>
                  <a:pt x="11679637" y="2035166"/>
                </a:cubicBezTo>
                <a:cubicBezTo>
                  <a:pt x="11693616" y="2250805"/>
                  <a:pt x="11647348" y="2311524"/>
                  <a:pt x="11679637" y="2543958"/>
                </a:cubicBezTo>
                <a:cubicBezTo>
                  <a:pt x="11711926" y="2776392"/>
                  <a:pt x="11630367" y="2917585"/>
                  <a:pt x="11679637" y="3153390"/>
                </a:cubicBezTo>
                <a:cubicBezTo>
                  <a:pt x="11728907" y="3389195"/>
                  <a:pt x="11670542" y="3484596"/>
                  <a:pt x="11679637" y="3611861"/>
                </a:cubicBezTo>
                <a:cubicBezTo>
                  <a:pt x="11688732" y="3739126"/>
                  <a:pt x="11641657" y="4121108"/>
                  <a:pt x="11679637" y="4271613"/>
                </a:cubicBezTo>
                <a:cubicBezTo>
                  <a:pt x="11717617" y="4422118"/>
                  <a:pt x="11625804" y="4846392"/>
                  <a:pt x="11679637" y="5032005"/>
                </a:cubicBezTo>
                <a:cubicBezTo>
                  <a:pt x="11564138" y="5055686"/>
                  <a:pt x="11430841" y="4995679"/>
                  <a:pt x="11329248" y="5032005"/>
                </a:cubicBezTo>
                <a:cubicBezTo>
                  <a:pt x="11227655" y="5068331"/>
                  <a:pt x="10908300" y="4981127"/>
                  <a:pt x="10628470" y="5032005"/>
                </a:cubicBezTo>
                <a:cubicBezTo>
                  <a:pt x="10348640" y="5082883"/>
                  <a:pt x="10384814" y="4988248"/>
                  <a:pt x="10161284" y="5032005"/>
                </a:cubicBezTo>
                <a:cubicBezTo>
                  <a:pt x="9937754" y="5075762"/>
                  <a:pt x="9925414" y="5004259"/>
                  <a:pt x="9810895" y="5032005"/>
                </a:cubicBezTo>
                <a:cubicBezTo>
                  <a:pt x="9696376" y="5059751"/>
                  <a:pt x="9561161" y="5021697"/>
                  <a:pt x="9343710" y="5032005"/>
                </a:cubicBezTo>
                <a:cubicBezTo>
                  <a:pt x="9126259" y="5042313"/>
                  <a:pt x="8917923" y="5009347"/>
                  <a:pt x="8642931" y="5032005"/>
                </a:cubicBezTo>
                <a:cubicBezTo>
                  <a:pt x="8367939" y="5054663"/>
                  <a:pt x="8043530" y="5004313"/>
                  <a:pt x="7825357" y="5032005"/>
                </a:cubicBezTo>
                <a:cubicBezTo>
                  <a:pt x="7607184" y="5059697"/>
                  <a:pt x="7504599" y="5001078"/>
                  <a:pt x="7358171" y="5032005"/>
                </a:cubicBezTo>
                <a:cubicBezTo>
                  <a:pt x="7211743" y="5062932"/>
                  <a:pt x="6954766" y="5030372"/>
                  <a:pt x="6657393" y="5032005"/>
                </a:cubicBezTo>
                <a:cubicBezTo>
                  <a:pt x="6360020" y="5033638"/>
                  <a:pt x="6522120" y="5010664"/>
                  <a:pt x="6423800" y="5032005"/>
                </a:cubicBezTo>
                <a:cubicBezTo>
                  <a:pt x="6325480" y="5053346"/>
                  <a:pt x="6059484" y="4967521"/>
                  <a:pt x="5839819" y="5032005"/>
                </a:cubicBezTo>
                <a:cubicBezTo>
                  <a:pt x="5620154" y="5096489"/>
                  <a:pt x="5622919" y="5026928"/>
                  <a:pt x="5489429" y="5032005"/>
                </a:cubicBezTo>
                <a:cubicBezTo>
                  <a:pt x="5355939" y="5037082"/>
                  <a:pt x="5345652" y="5027914"/>
                  <a:pt x="5255837" y="5032005"/>
                </a:cubicBezTo>
                <a:cubicBezTo>
                  <a:pt x="5166022" y="5036096"/>
                  <a:pt x="4784528" y="4979573"/>
                  <a:pt x="4438262" y="5032005"/>
                </a:cubicBezTo>
                <a:cubicBezTo>
                  <a:pt x="4091997" y="5084437"/>
                  <a:pt x="4104382" y="4998058"/>
                  <a:pt x="3971077" y="5032005"/>
                </a:cubicBezTo>
                <a:cubicBezTo>
                  <a:pt x="3837773" y="5065952"/>
                  <a:pt x="3837374" y="5023330"/>
                  <a:pt x="3737484" y="5032005"/>
                </a:cubicBezTo>
                <a:cubicBezTo>
                  <a:pt x="3637594" y="5040680"/>
                  <a:pt x="3160757" y="4950370"/>
                  <a:pt x="2919909" y="5032005"/>
                </a:cubicBezTo>
                <a:cubicBezTo>
                  <a:pt x="2679061" y="5113640"/>
                  <a:pt x="2720990" y="5006331"/>
                  <a:pt x="2569520" y="5032005"/>
                </a:cubicBezTo>
                <a:cubicBezTo>
                  <a:pt x="2418050" y="5057679"/>
                  <a:pt x="2045448" y="5011551"/>
                  <a:pt x="1751946" y="5032005"/>
                </a:cubicBezTo>
                <a:cubicBezTo>
                  <a:pt x="1458444" y="5052459"/>
                  <a:pt x="1360203" y="4979173"/>
                  <a:pt x="1167964" y="5032005"/>
                </a:cubicBezTo>
                <a:cubicBezTo>
                  <a:pt x="975725" y="5084837"/>
                  <a:pt x="949347" y="5015090"/>
                  <a:pt x="817575" y="5032005"/>
                </a:cubicBezTo>
                <a:cubicBezTo>
                  <a:pt x="685803" y="5048920"/>
                  <a:pt x="383022" y="5022753"/>
                  <a:pt x="0" y="5032005"/>
                </a:cubicBezTo>
                <a:cubicBezTo>
                  <a:pt x="-30870" y="4916169"/>
                  <a:pt x="42349" y="4764428"/>
                  <a:pt x="0" y="4573533"/>
                </a:cubicBezTo>
                <a:cubicBezTo>
                  <a:pt x="-42349" y="4382638"/>
                  <a:pt x="24733" y="4220668"/>
                  <a:pt x="0" y="4064742"/>
                </a:cubicBezTo>
                <a:cubicBezTo>
                  <a:pt x="-24733" y="3908816"/>
                  <a:pt x="44380" y="3798993"/>
                  <a:pt x="0" y="3656590"/>
                </a:cubicBezTo>
                <a:cubicBezTo>
                  <a:pt x="-44380" y="3514187"/>
                  <a:pt x="9142" y="3399274"/>
                  <a:pt x="0" y="3198119"/>
                </a:cubicBezTo>
                <a:cubicBezTo>
                  <a:pt x="-9142" y="2996964"/>
                  <a:pt x="27978" y="2923318"/>
                  <a:pt x="0" y="2789967"/>
                </a:cubicBezTo>
                <a:cubicBezTo>
                  <a:pt x="-27978" y="2656616"/>
                  <a:pt x="8185" y="2478293"/>
                  <a:pt x="0" y="2281176"/>
                </a:cubicBezTo>
                <a:cubicBezTo>
                  <a:pt x="-8185" y="2084059"/>
                  <a:pt x="13161" y="1857652"/>
                  <a:pt x="0" y="1671744"/>
                </a:cubicBezTo>
                <a:cubicBezTo>
                  <a:pt x="-13161" y="1485836"/>
                  <a:pt x="39801" y="1417437"/>
                  <a:pt x="0" y="1263592"/>
                </a:cubicBezTo>
                <a:cubicBezTo>
                  <a:pt x="-39801" y="1109747"/>
                  <a:pt x="10317" y="928241"/>
                  <a:pt x="0" y="704481"/>
                </a:cubicBezTo>
                <a:cubicBezTo>
                  <a:pt x="-10317" y="480721"/>
                  <a:pt x="70527" y="185575"/>
                  <a:pt x="0" y="0"/>
                </a:cubicBezTo>
                <a:close/>
              </a:path>
              <a:path w="11679637" h="5032005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690058" y="162265"/>
                  <a:pt x="11637283" y="228082"/>
                  <a:pt x="11679637" y="408152"/>
                </a:cubicBezTo>
                <a:cubicBezTo>
                  <a:pt x="11721991" y="588222"/>
                  <a:pt x="11624695" y="697680"/>
                  <a:pt x="11679637" y="866623"/>
                </a:cubicBezTo>
                <a:cubicBezTo>
                  <a:pt x="11734579" y="1035566"/>
                  <a:pt x="11649288" y="1186779"/>
                  <a:pt x="11679637" y="1375415"/>
                </a:cubicBezTo>
                <a:cubicBezTo>
                  <a:pt x="11709986" y="1564051"/>
                  <a:pt x="11661316" y="1677625"/>
                  <a:pt x="11679637" y="1783566"/>
                </a:cubicBezTo>
                <a:cubicBezTo>
                  <a:pt x="11697958" y="1889507"/>
                  <a:pt x="11664341" y="2015755"/>
                  <a:pt x="11679637" y="2191718"/>
                </a:cubicBezTo>
                <a:cubicBezTo>
                  <a:pt x="11694933" y="2367681"/>
                  <a:pt x="11646737" y="2507299"/>
                  <a:pt x="11679637" y="2700509"/>
                </a:cubicBezTo>
                <a:cubicBezTo>
                  <a:pt x="11712537" y="2893719"/>
                  <a:pt x="11650830" y="2964551"/>
                  <a:pt x="11679637" y="3209301"/>
                </a:cubicBezTo>
                <a:cubicBezTo>
                  <a:pt x="11708444" y="3454051"/>
                  <a:pt x="11661949" y="3572698"/>
                  <a:pt x="11679637" y="3869053"/>
                </a:cubicBezTo>
                <a:cubicBezTo>
                  <a:pt x="11697325" y="4165408"/>
                  <a:pt x="11668649" y="4347578"/>
                  <a:pt x="11679637" y="4478484"/>
                </a:cubicBezTo>
                <a:cubicBezTo>
                  <a:pt x="11690625" y="4609390"/>
                  <a:pt x="11617578" y="4832033"/>
                  <a:pt x="11679637" y="5032005"/>
                </a:cubicBezTo>
                <a:cubicBezTo>
                  <a:pt x="11508319" y="5067784"/>
                  <a:pt x="11339755" y="5012887"/>
                  <a:pt x="11212452" y="5032005"/>
                </a:cubicBezTo>
                <a:cubicBezTo>
                  <a:pt x="11085149" y="5051123"/>
                  <a:pt x="10977441" y="4994081"/>
                  <a:pt x="10745266" y="5032005"/>
                </a:cubicBezTo>
                <a:cubicBezTo>
                  <a:pt x="10513091" y="5069929"/>
                  <a:pt x="10403923" y="5010777"/>
                  <a:pt x="10278081" y="5032005"/>
                </a:cubicBezTo>
                <a:cubicBezTo>
                  <a:pt x="10152240" y="5053233"/>
                  <a:pt x="10103345" y="5030484"/>
                  <a:pt x="10044488" y="5032005"/>
                </a:cubicBezTo>
                <a:cubicBezTo>
                  <a:pt x="9985631" y="5033526"/>
                  <a:pt x="9536299" y="4977157"/>
                  <a:pt x="9343710" y="5032005"/>
                </a:cubicBezTo>
                <a:cubicBezTo>
                  <a:pt x="9151121" y="5086853"/>
                  <a:pt x="9048257" y="5013880"/>
                  <a:pt x="8876524" y="5032005"/>
                </a:cubicBezTo>
                <a:cubicBezTo>
                  <a:pt x="8704791" y="5050130"/>
                  <a:pt x="8634892" y="5012412"/>
                  <a:pt x="8409339" y="5032005"/>
                </a:cubicBezTo>
                <a:cubicBezTo>
                  <a:pt x="8183786" y="5051598"/>
                  <a:pt x="7864171" y="5028031"/>
                  <a:pt x="7591764" y="5032005"/>
                </a:cubicBezTo>
                <a:cubicBezTo>
                  <a:pt x="7319358" y="5035979"/>
                  <a:pt x="7093214" y="4974543"/>
                  <a:pt x="6890986" y="5032005"/>
                </a:cubicBezTo>
                <a:cubicBezTo>
                  <a:pt x="6688758" y="5089467"/>
                  <a:pt x="6560959" y="5008846"/>
                  <a:pt x="6423800" y="5032005"/>
                </a:cubicBezTo>
                <a:cubicBezTo>
                  <a:pt x="6286641" y="5055164"/>
                  <a:pt x="5890236" y="5027720"/>
                  <a:pt x="5606226" y="5032005"/>
                </a:cubicBezTo>
                <a:cubicBezTo>
                  <a:pt x="5322216" y="5036290"/>
                  <a:pt x="5081144" y="5028593"/>
                  <a:pt x="4788651" y="5032005"/>
                </a:cubicBezTo>
                <a:cubicBezTo>
                  <a:pt x="4496158" y="5035417"/>
                  <a:pt x="4472353" y="4991557"/>
                  <a:pt x="4204669" y="5032005"/>
                </a:cubicBezTo>
                <a:cubicBezTo>
                  <a:pt x="3936985" y="5072453"/>
                  <a:pt x="4004526" y="5030735"/>
                  <a:pt x="3854280" y="5032005"/>
                </a:cubicBezTo>
                <a:cubicBezTo>
                  <a:pt x="3704034" y="5033275"/>
                  <a:pt x="3312320" y="4962920"/>
                  <a:pt x="3036706" y="5032005"/>
                </a:cubicBezTo>
                <a:cubicBezTo>
                  <a:pt x="2761092" y="5101090"/>
                  <a:pt x="2409488" y="5027587"/>
                  <a:pt x="2219131" y="5032005"/>
                </a:cubicBezTo>
                <a:cubicBezTo>
                  <a:pt x="2028775" y="5036423"/>
                  <a:pt x="1709994" y="4960955"/>
                  <a:pt x="1518353" y="5032005"/>
                </a:cubicBezTo>
                <a:cubicBezTo>
                  <a:pt x="1326712" y="5103055"/>
                  <a:pt x="1393731" y="5025091"/>
                  <a:pt x="1284760" y="5032005"/>
                </a:cubicBezTo>
                <a:cubicBezTo>
                  <a:pt x="1175789" y="5038919"/>
                  <a:pt x="1055944" y="5006901"/>
                  <a:pt x="934371" y="5032005"/>
                </a:cubicBezTo>
                <a:cubicBezTo>
                  <a:pt x="812798" y="5057109"/>
                  <a:pt x="217140" y="4965621"/>
                  <a:pt x="0" y="5032005"/>
                </a:cubicBezTo>
                <a:cubicBezTo>
                  <a:pt x="-34193" y="4796427"/>
                  <a:pt x="64168" y="4678259"/>
                  <a:pt x="0" y="4422573"/>
                </a:cubicBezTo>
                <a:cubicBezTo>
                  <a:pt x="-64168" y="4166887"/>
                  <a:pt x="18492" y="4040690"/>
                  <a:pt x="0" y="3913782"/>
                </a:cubicBezTo>
                <a:cubicBezTo>
                  <a:pt x="-18492" y="3786874"/>
                  <a:pt x="28738" y="3551888"/>
                  <a:pt x="0" y="3304350"/>
                </a:cubicBezTo>
                <a:cubicBezTo>
                  <a:pt x="-28738" y="3056812"/>
                  <a:pt x="53201" y="2806585"/>
                  <a:pt x="0" y="2644598"/>
                </a:cubicBezTo>
                <a:cubicBezTo>
                  <a:pt x="-53201" y="2482611"/>
                  <a:pt x="37893" y="2238607"/>
                  <a:pt x="0" y="2085487"/>
                </a:cubicBezTo>
                <a:cubicBezTo>
                  <a:pt x="-37893" y="1932367"/>
                  <a:pt x="5773" y="1852618"/>
                  <a:pt x="0" y="1677335"/>
                </a:cubicBezTo>
                <a:cubicBezTo>
                  <a:pt x="-5773" y="1502052"/>
                  <a:pt x="43834" y="1449809"/>
                  <a:pt x="0" y="1269183"/>
                </a:cubicBezTo>
                <a:cubicBezTo>
                  <a:pt x="-43834" y="1088557"/>
                  <a:pt x="3411" y="1057301"/>
                  <a:pt x="0" y="861032"/>
                </a:cubicBezTo>
                <a:cubicBezTo>
                  <a:pt x="-3411" y="664763"/>
                  <a:pt x="50671" y="41864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2.7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النسبة المئوية للتغير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BFD21AAE-C0E6-4C99-AF09-6F1A44403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39" y="4805526"/>
            <a:ext cx="3355730" cy="13493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D65906-316F-46CB-BD70-74E9985C30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18" t="22086" r="29587" b="69489"/>
          <a:stretch/>
        </p:blipFill>
        <p:spPr>
          <a:xfrm>
            <a:off x="1903764" y="1549729"/>
            <a:ext cx="9772575" cy="1005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F8F856-AFCC-4EE3-BB6A-8DFF082132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09" t="29857" r="35730" b="61799"/>
          <a:stretch/>
        </p:blipFill>
        <p:spPr>
          <a:xfrm>
            <a:off x="8968998" y="2709222"/>
            <a:ext cx="2553563" cy="1032206"/>
          </a:xfrm>
          <a:prstGeom prst="rect">
            <a:avLst/>
          </a:prstGeom>
          <a:effectLst>
            <a:glow rad="139700">
              <a:srgbClr val="70AD47">
                <a:satMod val="175000"/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575497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5FA118-8511-4B8D-9A30-A5512EEEAA6C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2.7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النسبة المئوية للتغير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0D882-3263-4B0D-A86A-B9A23DB53C41}"/>
              </a:ext>
            </a:extLst>
          </p:cNvPr>
          <p:cNvGrpSpPr/>
          <p:nvPr/>
        </p:nvGrpSpPr>
        <p:grpSpPr>
          <a:xfrm>
            <a:off x="2535637" y="2142949"/>
            <a:ext cx="9065462" cy="415574"/>
            <a:chOff x="2535637" y="2142949"/>
            <a:chExt cx="9065462" cy="41557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EE92F3-0200-4DAC-92F6-8D851EA6A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677" t="19304" r="31713" b="77587"/>
            <a:stretch/>
          </p:blipFill>
          <p:spPr>
            <a:xfrm>
              <a:off x="4459804" y="2142949"/>
              <a:ext cx="7141295" cy="41557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EA9F256-969E-43E1-81F8-6773EADCEF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8016" t="22905" r="31713" b="74479"/>
            <a:stretch/>
          </p:blipFill>
          <p:spPr>
            <a:xfrm>
              <a:off x="2535637" y="2208885"/>
              <a:ext cx="2059737" cy="349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093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5FA118-8511-4B8D-9A30-A5512EEEAA6C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2.7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النسبة المئوية للتغير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F05DA7-D0ED-4723-A07D-170EB9579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14" t="65395" r="19398" b="25394"/>
          <a:stretch/>
        </p:blipFill>
        <p:spPr>
          <a:xfrm>
            <a:off x="539268" y="2144860"/>
            <a:ext cx="11008748" cy="102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01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2.8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المعادلات الحرفية والتحليل البعدي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BB5B7-86D6-4972-9481-DF72A21461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5" t="15951" r="26696" b="51329"/>
          <a:stretch/>
        </p:blipFill>
        <p:spPr>
          <a:xfrm>
            <a:off x="460003" y="1469918"/>
            <a:ext cx="10984021" cy="487096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BB28932-B476-4DB3-98F9-D666D1AB52A9}"/>
              </a:ext>
            </a:extLst>
          </p:cNvPr>
          <p:cNvSpPr/>
          <p:nvPr/>
        </p:nvSpPr>
        <p:spPr>
          <a:xfrm>
            <a:off x="704323" y="3247878"/>
            <a:ext cx="493664" cy="4616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09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3528-629D-4ECC-A4F2-A9B37B3B8A01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2.8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المعادلات الحرفية والتحليل البعدي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1AF4E-B2AB-4FAB-8E37-69288D795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19" t="50198" r="34466" b="45135"/>
          <a:stretch/>
        </p:blipFill>
        <p:spPr>
          <a:xfrm>
            <a:off x="718056" y="2688237"/>
            <a:ext cx="3653745" cy="591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FC4DE0-EE4F-4995-BEDE-D6F1A96BDE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74" t="50725" r="18973" b="46000"/>
          <a:stretch/>
        </p:blipFill>
        <p:spPr>
          <a:xfrm>
            <a:off x="5414545" y="2137340"/>
            <a:ext cx="6294895" cy="55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30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3528-629D-4ECC-A4F2-A9B37B3B8A01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AE" sz="3200" b="1" dirty="0">
                <a:solidFill>
                  <a:schemeClr val="accent2"/>
                </a:solidFill>
              </a:rPr>
              <a:t>  </a:t>
            </a:r>
            <a:r>
              <a:rPr lang="en-GB" sz="3200" b="1" dirty="0">
                <a:solidFill>
                  <a:schemeClr val="accent2"/>
                </a:solidFill>
              </a:rPr>
              <a:t>2.8</a:t>
            </a:r>
            <a:r>
              <a:rPr lang="ar-AE" sz="3200" b="1" dirty="0">
                <a:solidFill>
                  <a:schemeClr val="accent2"/>
                </a:solidFill>
              </a:rPr>
              <a:t> </a:t>
            </a:r>
            <a:r>
              <a:rPr lang="ar-AE" sz="3600" b="1" dirty="0">
                <a:solidFill>
                  <a:schemeClr val="accent2"/>
                </a:solidFill>
                <a:cs typeface="Akhbar MT" pitchFamily="2" charset="-78"/>
              </a:rPr>
              <a:t>المعادلات الحرفية والتحليل البعدي</a:t>
            </a:r>
            <a:endParaRPr lang="en-GB" sz="3200" b="1" dirty="0">
              <a:solidFill>
                <a:schemeClr val="accent2"/>
              </a:solidFill>
              <a:cs typeface="Akhbar MT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FC4DE0-EE4F-4995-BEDE-D6F1A96BD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74" t="50725" r="18973" b="46000"/>
          <a:stretch/>
        </p:blipFill>
        <p:spPr>
          <a:xfrm>
            <a:off x="5414545" y="2137340"/>
            <a:ext cx="6294895" cy="550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7AF20-65D9-486B-B49D-CFA33E133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38" t="55909" r="78810" b="37576"/>
          <a:stretch/>
        </p:blipFill>
        <p:spPr>
          <a:xfrm>
            <a:off x="768544" y="2412788"/>
            <a:ext cx="2911495" cy="91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56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3528-629D-4ECC-A4F2-A9B37B3B8A01}"/>
              </a:ext>
            </a:extLst>
          </p:cNvPr>
          <p:cNvSpPr/>
          <p:nvPr/>
        </p:nvSpPr>
        <p:spPr>
          <a:xfrm>
            <a:off x="203824" y="1929777"/>
            <a:ext cx="11679637" cy="4572000"/>
          </a:xfrm>
          <a:custGeom>
            <a:avLst/>
            <a:gdLst>
              <a:gd name="connsiteX0" fmla="*/ 0 w 11679637"/>
              <a:gd name="connsiteY0" fmla="*/ 0 h 4572000"/>
              <a:gd name="connsiteX1" fmla="*/ 233593 w 11679637"/>
              <a:gd name="connsiteY1" fmla="*/ 0 h 4572000"/>
              <a:gd name="connsiteX2" fmla="*/ 817575 w 11679637"/>
              <a:gd name="connsiteY2" fmla="*/ 0 h 4572000"/>
              <a:gd name="connsiteX3" fmla="*/ 1167964 w 11679637"/>
              <a:gd name="connsiteY3" fmla="*/ 0 h 4572000"/>
              <a:gd name="connsiteX4" fmla="*/ 1751946 w 11679637"/>
              <a:gd name="connsiteY4" fmla="*/ 0 h 4572000"/>
              <a:gd name="connsiteX5" fmla="*/ 2219131 w 11679637"/>
              <a:gd name="connsiteY5" fmla="*/ 0 h 4572000"/>
              <a:gd name="connsiteX6" fmla="*/ 2686317 w 11679637"/>
              <a:gd name="connsiteY6" fmla="*/ 0 h 4572000"/>
              <a:gd name="connsiteX7" fmla="*/ 3036706 w 11679637"/>
              <a:gd name="connsiteY7" fmla="*/ 0 h 4572000"/>
              <a:gd name="connsiteX8" fmla="*/ 3620687 w 11679637"/>
              <a:gd name="connsiteY8" fmla="*/ 0 h 4572000"/>
              <a:gd name="connsiteX9" fmla="*/ 3854280 w 11679637"/>
              <a:gd name="connsiteY9" fmla="*/ 0 h 4572000"/>
              <a:gd name="connsiteX10" fmla="*/ 4438262 w 11679637"/>
              <a:gd name="connsiteY10" fmla="*/ 0 h 4572000"/>
              <a:gd name="connsiteX11" fmla="*/ 4905448 w 11679637"/>
              <a:gd name="connsiteY11" fmla="*/ 0 h 4572000"/>
              <a:gd name="connsiteX12" fmla="*/ 5139040 w 11679637"/>
              <a:gd name="connsiteY12" fmla="*/ 0 h 4572000"/>
              <a:gd name="connsiteX13" fmla="*/ 5956615 w 11679637"/>
              <a:gd name="connsiteY13" fmla="*/ 0 h 4572000"/>
              <a:gd name="connsiteX14" fmla="*/ 6307004 w 11679637"/>
              <a:gd name="connsiteY14" fmla="*/ 0 h 4572000"/>
              <a:gd name="connsiteX15" fmla="*/ 7007782 w 11679637"/>
              <a:gd name="connsiteY15" fmla="*/ 0 h 4572000"/>
              <a:gd name="connsiteX16" fmla="*/ 7358171 w 11679637"/>
              <a:gd name="connsiteY16" fmla="*/ 0 h 4572000"/>
              <a:gd name="connsiteX17" fmla="*/ 7708560 w 11679637"/>
              <a:gd name="connsiteY17" fmla="*/ 0 h 4572000"/>
              <a:gd name="connsiteX18" fmla="*/ 8526135 w 11679637"/>
              <a:gd name="connsiteY18" fmla="*/ 0 h 4572000"/>
              <a:gd name="connsiteX19" fmla="*/ 9110117 w 11679637"/>
              <a:gd name="connsiteY19" fmla="*/ 0 h 4572000"/>
              <a:gd name="connsiteX20" fmla="*/ 9343710 w 11679637"/>
              <a:gd name="connsiteY20" fmla="*/ 0 h 4572000"/>
              <a:gd name="connsiteX21" fmla="*/ 10161284 w 11679637"/>
              <a:gd name="connsiteY21" fmla="*/ 0 h 4572000"/>
              <a:gd name="connsiteX22" fmla="*/ 10978859 w 11679637"/>
              <a:gd name="connsiteY22" fmla="*/ 0 h 4572000"/>
              <a:gd name="connsiteX23" fmla="*/ 11679637 w 11679637"/>
              <a:gd name="connsiteY23" fmla="*/ 0 h 4572000"/>
              <a:gd name="connsiteX24" fmla="*/ 11679637 w 11679637"/>
              <a:gd name="connsiteY24" fmla="*/ 571500 h 4572000"/>
              <a:gd name="connsiteX25" fmla="*/ 11679637 w 11679637"/>
              <a:gd name="connsiteY25" fmla="*/ 1234440 h 4572000"/>
              <a:gd name="connsiteX26" fmla="*/ 11679637 w 11679637"/>
              <a:gd name="connsiteY26" fmla="*/ 1851660 h 4572000"/>
              <a:gd name="connsiteX27" fmla="*/ 11679637 w 11679637"/>
              <a:gd name="connsiteY27" fmla="*/ 2286000 h 4572000"/>
              <a:gd name="connsiteX28" fmla="*/ 11679637 w 11679637"/>
              <a:gd name="connsiteY28" fmla="*/ 2811780 h 4572000"/>
              <a:gd name="connsiteX29" fmla="*/ 11679637 w 11679637"/>
              <a:gd name="connsiteY29" fmla="*/ 3337560 h 4572000"/>
              <a:gd name="connsiteX30" fmla="*/ 11679637 w 11679637"/>
              <a:gd name="connsiteY30" fmla="*/ 3954780 h 4572000"/>
              <a:gd name="connsiteX31" fmla="*/ 11679637 w 11679637"/>
              <a:gd name="connsiteY31" fmla="*/ 4572000 h 4572000"/>
              <a:gd name="connsiteX32" fmla="*/ 10862062 w 11679637"/>
              <a:gd name="connsiteY32" fmla="*/ 4572000 h 4572000"/>
              <a:gd name="connsiteX33" fmla="*/ 10278081 w 11679637"/>
              <a:gd name="connsiteY33" fmla="*/ 4572000 h 4572000"/>
              <a:gd name="connsiteX34" fmla="*/ 9460506 w 11679637"/>
              <a:gd name="connsiteY34" fmla="*/ 4572000 h 4572000"/>
              <a:gd name="connsiteX35" fmla="*/ 8759728 w 11679637"/>
              <a:gd name="connsiteY35" fmla="*/ 4572000 h 4572000"/>
              <a:gd name="connsiteX36" fmla="*/ 8292542 w 11679637"/>
              <a:gd name="connsiteY36" fmla="*/ 4572000 h 4572000"/>
              <a:gd name="connsiteX37" fmla="*/ 7942153 w 11679637"/>
              <a:gd name="connsiteY37" fmla="*/ 4572000 h 4572000"/>
              <a:gd name="connsiteX38" fmla="*/ 7474968 w 11679637"/>
              <a:gd name="connsiteY38" fmla="*/ 4572000 h 4572000"/>
              <a:gd name="connsiteX39" fmla="*/ 6774189 w 11679637"/>
              <a:gd name="connsiteY39" fmla="*/ 4572000 h 4572000"/>
              <a:gd name="connsiteX40" fmla="*/ 5956615 w 11679637"/>
              <a:gd name="connsiteY40" fmla="*/ 4572000 h 4572000"/>
              <a:gd name="connsiteX41" fmla="*/ 5489429 w 11679637"/>
              <a:gd name="connsiteY41" fmla="*/ 4572000 h 4572000"/>
              <a:gd name="connsiteX42" fmla="*/ 4788651 w 11679637"/>
              <a:gd name="connsiteY42" fmla="*/ 4572000 h 4572000"/>
              <a:gd name="connsiteX43" fmla="*/ 4555058 w 11679637"/>
              <a:gd name="connsiteY43" fmla="*/ 4572000 h 4572000"/>
              <a:gd name="connsiteX44" fmla="*/ 3971077 w 11679637"/>
              <a:gd name="connsiteY44" fmla="*/ 4572000 h 4572000"/>
              <a:gd name="connsiteX45" fmla="*/ 3620687 w 11679637"/>
              <a:gd name="connsiteY45" fmla="*/ 4572000 h 4572000"/>
              <a:gd name="connsiteX46" fmla="*/ 3387095 w 11679637"/>
              <a:gd name="connsiteY46" fmla="*/ 4572000 h 4572000"/>
              <a:gd name="connsiteX47" fmla="*/ 2569520 w 11679637"/>
              <a:gd name="connsiteY47" fmla="*/ 4572000 h 4572000"/>
              <a:gd name="connsiteX48" fmla="*/ 2102335 w 11679637"/>
              <a:gd name="connsiteY48" fmla="*/ 4572000 h 4572000"/>
              <a:gd name="connsiteX49" fmla="*/ 1868742 w 11679637"/>
              <a:gd name="connsiteY49" fmla="*/ 4572000 h 4572000"/>
              <a:gd name="connsiteX50" fmla="*/ 1051167 w 11679637"/>
              <a:gd name="connsiteY50" fmla="*/ 4572000 h 4572000"/>
              <a:gd name="connsiteX51" fmla="*/ 700778 w 11679637"/>
              <a:gd name="connsiteY51" fmla="*/ 4572000 h 4572000"/>
              <a:gd name="connsiteX52" fmla="*/ 0 w 11679637"/>
              <a:gd name="connsiteY52" fmla="*/ 4572000 h 4572000"/>
              <a:gd name="connsiteX53" fmla="*/ 0 w 11679637"/>
              <a:gd name="connsiteY53" fmla="*/ 4000500 h 4572000"/>
              <a:gd name="connsiteX54" fmla="*/ 0 w 11679637"/>
              <a:gd name="connsiteY54" fmla="*/ 3337560 h 4572000"/>
              <a:gd name="connsiteX55" fmla="*/ 0 w 11679637"/>
              <a:gd name="connsiteY55" fmla="*/ 2903220 h 4572000"/>
              <a:gd name="connsiteX56" fmla="*/ 0 w 11679637"/>
              <a:gd name="connsiteY56" fmla="*/ 2286000 h 4572000"/>
              <a:gd name="connsiteX57" fmla="*/ 0 w 11679637"/>
              <a:gd name="connsiteY57" fmla="*/ 1760220 h 4572000"/>
              <a:gd name="connsiteX58" fmla="*/ 0 w 11679637"/>
              <a:gd name="connsiteY58" fmla="*/ 1325880 h 4572000"/>
              <a:gd name="connsiteX59" fmla="*/ 0 w 11679637"/>
              <a:gd name="connsiteY59" fmla="*/ 845820 h 4572000"/>
              <a:gd name="connsiteX60" fmla="*/ 0 w 11679637"/>
              <a:gd name="connsiteY60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679637" h="4572000" fill="none" extrusionOk="0">
                <a:moveTo>
                  <a:pt x="0" y="0"/>
                </a:moveTo>
                <a:cubicBezTo>
                  <a:pt x="97880" y="-17166"/>
                  <a:pt x="130012" y="24237"/>
                  <a:pt x="233593" y="0"/>
                </a:cubicBezTo>
                <a:cubicBezTo>
                  <a:pt x="337174" y="-24237"/>
                  <a:pt x="599027" y="16314"/>
                  <a:pt x="817575" y="0"/>
                </a:cubicBezTo>
                <a:cubicBezTo>
                  <a:pt x="1036123" y="-16314"/>
                  <a:pt x="1038320" y="40758"/>
                  <a:pt x="1167964" y="0"/>
                </a:cubicBezTo>
                <a:cubicBezTo>
                  <a:pt x="1297608" y="-40758"/>
                  <a:pt x="1476257" y="30601"/>
                  <a:pt x="1751946" y="0"/>
                </a:cubicBezTo>
                <a:cubicBezTo>
                  <a:pt x="2027635" y="-30601"/>
                  <a:pt x="2059014" y="43179"/>
                  <a:pt x="2219131" y="0"/>
                </a:cubicBezTo>
                <a:cubicBezTo>
                  <a:pt x="2379248" y="-43179"/>
                  <a:pt x="2551107" y="24345"/>
                  <a:pt x="2686317" y="0"/>
                </a:cubicBezTo>
                <a:cubicBezTo>
                  <a:pt x="2821527" y="-24345"/>
                  <a:pt x="2902896" y="27740"/>
                  <a:pt x="3036706" y="0"/>
                </a:cubicBezTo>
                <a:cubicBezTo>
                  <a:pt x="3170516" y="-27740"/>
                  <a:pt x="3500980" y="48739"/>
                  <a:pt x="3620687" y="0"/>
                </a:cubicBezTo>
                <a:cubicBezTo>
                  <a:pt x="3740394" y="-48739"/>
                  <a:pt x="3759451" y="25031"/>
                  <a:pt x="3854280" y="0"/>
                </a:cubicBezTo>
                <a:cubicBezTo>
                  <a:pt x="3949109" y="-25031"/>
                  <a:pt x="4290311" y="39515"/>
                  <a:pt x="4438262" y="0"/>
                </a:cubicBezTo>
                <a:cubicBezTo>
                  <a:pt x="4586213" y="-39515"/>
                  <a:pt x="4691462" y="30208"/>
                  <a:pt x="4905448" y="0"/>
                </a:cubicBezTo>
                <a:cubicBezTo>
                  <a:pt x="5119434" y="-30208"/>
                  <a:pt x="5086945" y="24112"/>
                  <a:pt x="5139040" y="0"/>
                </a:cubicBezTo>
                <a:cubicBezTo>
                  <a:pt x="5191135" y="-24112"/>
                  <a:pt x="5604555" y="5033"/>
                  <a:pt x="5956615" y="0"/>
                </a:cubicBezTo>
                <a:cubicBezTo>
                  <a:pt x="6308676" y="-5033"/>
                  <a:pt x="6168191" y="3328"/>
                  <a:pt x="6307004" y="0"/>
                </a:cubicBezTo>
                <a:cubicBezTo>
                  <a:pt x="6445817" y="-3328"/>
                  <a:pt x="6829396" y="6046"/>
                  <a:pt x="7007782" y="0"/>
                </a:cubicBezTo>
                <a:cubicBezTo>
                  <a:pt x="7186168" y="-6046"/>
                  <a:pt x="7183446" y="5758"/>
                  <a:pt x="7358171" y="0"/>
                </a:cubicBezTo>
                <a:cubicBezTo>
                  <a:pt x="7532896" y="-5758"/>
                  <a:pt x="7614117" y="6952"/>
                  <a:pt x="7708560" y="0"/>
                </a:cubicBezTo>
                <a:cubicBezTo>
                  <a:pt x="7803003" y="-6952"/>
                  <a:pt x="8138978" y="63445"/>
                  <a:pt x="8526135" y="0"/>
                </a:cubicBezTo>
                <a:cubicBezTo>
                  <a:pt x="8913292" y="-63445"/>
                  <a:pt x="8983338" y="63983"/>
                  <a:pt x="9110117" y="0"/>
                </a:cubicBezTo>
                <a:cubicBezTo>
                  <a:pt x="9236896" y="-63983"/>
                  <a:pt x="9238797" y="3115"/>
                  <a:pt x="9343710" y="0"/>
                </a:cubicBezTo>
                <a:cubicBezTo>
                  <a:pt x="9448623" y="-3115"/>
                  <a:pt x="9844475" y="43425"/>
                  <a:pt x="10161284" y="0"/>
                </a:cubicBezTo>
                <a:cubicBezTo>
                  <a:pt x="10478093" y="-43425"/>
                  <a:pt x="10609497" y="68291"/>
                  <a:pt x="10978859" y="0"/>
                </a:cubicBezTo>
                <a:cubicBezTo>
                  <a:pt x="11348222" y="-68291"/>
                  <a:pt x="11503466" y="31434"/>
                  <a:pt x="11679637" y="0"/>
                </a:cubicBezTo>
                <a:cubicBezTo>
                  <a:pt x="11720737" y="166137"/>
                  <a:pt x="11630923" y="433425"/>
                  <a:pt x="11679637" y="571500"/>
                </a:cubicBezTo>
                <a:cubicBezTo>
                  <a:pt x="11728351" y="709575"/>
                  <a:pt x="11613779" y="1028624"/>
                  <a:pt x="11679637" y="1234440"/>
                </a:cubicBezTo>
                <a:cubicBezTo>
                  <a:pt x="11745495" y="1440256"/>
                  <a:pt x="11648142" y="1679482"/>
                  <a:pt x="11679637" y="1851660"/>
                </a:cubicBezTo>
                <a:cubicBezTo>
                  <a:pt x="11711132" y="2023838"/>
                  <a:pt x="11638701" y="2108051"/>
                  <a:pt x="11679637" y="2286000"/>
                </a:cubicBezTo>
                <a:cubicBezTo>
                  <a:pt x="11720573" y="2463949"/>
                  <a:pt x="11676212" y="2663103"/>
                  <a:pt x="11679637" y="2811780"/>
                </a:cubicBezTo>
                <a:cubicBezTo>
                  <a:pt x="11683062" y="2960457"/>
                  <a:pt x="11656405" y="3118012"/>
                  <a:pt x="11679637" y="3337560"/>
                </a:cubicBezTo>
                <a:cubicBezTo>
                  <a:pt x="11702869" y="3557108"/>
                  <a:pt x="11679592" y="3804302"/>
                  <a:pt x="11679637" y="3954780"/>
                </a:cubicBezTo>
                <a:cubicBezTo>
                  <a:pt x="11679682" y="4105258"/>
                  <a:pt x="11676107" y="4448487"/>
                  <a:pt x="11679637" y="4572000"/>
                </a:cubicBezTo>
                <a:cubicBezTo>
                  <a:pt x="11312560" y="4622377"/>
                  <a:pt x="11204723" y="4504919"/>
                  <a:pt x="10862062" y="4572000"/>
                </a:cubicBezTo>
                <a:cubicBezTo>
                  <a:pt x="10519402" y="4639081"/>
                  <a:pt x="10472633" y="4551686"/>
                  <a:pt x="10278081" y="4572000"/>
                </a:cubicBezTo>
                <a:cubicBezTo>
                  <a:pt x="10083529" y="4592314"/>
                  <a:pt x="9713941" y="4495719"/>
                  <a:pt x="9460506" y="4572000"/>
                </a:cubicBezTo>
                <a:cubicBezTo>
                  <a:pt x="9207072" y="4648281"/>
                  <a:pt x="9039558" y="4521122"/>
                  <a:pt x="8759728" y="4572000"/>
                </a:cubicBezTo>
                <a:cubicBezTo>
                  <a:pt x="8479898" y="4622878"/>
                  <a:pt x="8516072" y="4528243"/>
                  <a:pt x="8292542" y="4572000"/>
                </a:cubicBezTo>
                <a:cubicBezTo>
                  <a:pt x="8069012" y="4615757"/>
                  <a:pt x="8056672" y="4544254"/>
                  <a:pt x="7942153" y="4572000"/>
                </a:cubicBezTo>
                <a:cubicBezTo>
                  <a:pt x="7827634" y="4599746"/>
                  <a:pt x="7692419" y="4561692"/>
                  <a:pt x="7474968" y="4572000"/>
                </a:cubicBezTo>
                <a:cubicBezTo>
                  <a:pt x="7257517" y="4582308"/>
                  <a:pt x="7049181" y="4549342"/>
                  <a:pt x="6774189" y="4572000"/>
                </a:cubicBezTo>
                <a:cubicBezTo>
                  <a:pt x="6499197" y="4594658"/>
                  <a:pt x="6174788" y="4544308"/>
                  <a:pt x="5956615" y="4572000"/>
                </a:cubicBezTo>
                <a:cubicBezTo>
                  <a:pt x="5738442" y="4599692"/>
                  <a:pt x="5635857" y="4541073"/>
                  <a:pt x="5489429" y="4572000"/>
                </a:cubicBezTo>
                <a:cubicBezTo>
                  <a:pt x="5343001" y="4602927"/>
                  <a:pt x="5086024" y="4570367"/>
                  <a:pt x="4788651" y="4572000"/>
                </a:cubicBezTo>
                <a:cubicBezTo>
                  <a:pt x="4491278" y="4573633"/>
                  <a:pt x="4653378" y="4550659"/>
                  <a:pt x="4555058" y="4572000"/>
                </a:cubicBezTo>
                <a:cubicBezTo>
                  <a:pt x="4456738" y="4593341"/>
                  <a:pt x="4190742" y="4507516"/>
                  <a:pt x="3971077" y="4572000"/>
                </a:cubicBezTo>
                <a:cubicBezTo>
                  <a:pt x="3751412" y="4636484"/>
                  <a:pt x="3754177" y="4566923"/>
                  <a:pt x="3620687" y="4572000"/>
                </a:cubicBezTo>
                <a:cubicBezTo>
                  <a:pt x="3487197" y="4577077"/>
                  <a:pt x="3476910" y="4567909"/>
                  <a:pt x="3387095" y="4572000"/>
                </a:cubicBezTo>
                <a:cubicBezTo>
                  <a:pt x="3297280" y="4576091"/>
                  <a:pt x="2915786" y="4519568"/>
                  <a:pt x="2569520" y="4572000"/>
                </a:cubicBezTo>
                <a:cubicBezTo>
                  <a:pt x="2223255" y="4624432"/>
                  <a:pt x="2235640" y="4538053"/>
                  <a:pt x="2102335" y="4572000"/>
                </a:cubicBezTo>
                <a:cubicBezTo>
                  <a:pt x="1969031" y="4605947"/>
                  <a:pt x="1968632" y="4563325"/>
                  <a:pt x="1868742" y="4572000"/>
                </a:cubicBezTo>
                <a:cubicBezTo>
                  <a:pt x="1768852" y="4580675"/>
                  <a:pt x="1292015" y="4490365"/>
                  <a:pt x="1051167" y="4572000"/>
                </a:cubicBezTo>
                <a:cubicBezTo>
                  <a:pt x="810319" y="4653635"/>
                  <a:pt x="852248" y="4546326"/>
                  <a:pt x="700778" y="4572000"/>
                </a:cubicBezTo>
                <a:cubicBezTo>
                  <a:pt x="549308" y="4597674"/>
                  <a:pt x="342206" y="4539054"/>
                  <a:pt x="0" y="4572000"/>
                </a:cubicBezTo>
                <a:cubicBezTo>
                  <a:pt x="-19928" y="4314245"/>
                  <a:pt x="20703" y="4129326"/>
                  <a:pt x="0" y="4000500"/>
                </a:cubicBezTo>
                <a:cubicBezTo>
                  <a:pt x="-20703" y="3871674"/>
                  <a:pt x="6683" y="3544641"/>
                  <a:pt x="0" y="3337560"/>
                </a:cubicBezTo>
                <a:cubicBezTo>
                  <a:pt x="-6683" y="3130479"/>
                  <a:pt x="31376" y="3104464"/>
                  <a:pt x="0" y="2903220"/>
                </a:cubicBezTo>
                <a:cubicBezTo>
                  <a:pt x="-31376" y="2701976"/>
                  <a:pt x="46021" y="2440649"/>
                  <a:pt x="0" y="2286000"/>
                </a:cubicBezTo>
                <a:cubicBezTo>
                  <a:pt x="-46021" y="2131351"/>
                  <a:pt x="48364" y="1900260"/>
                  <a:pt x="0" y="1760220"/>
                </a:cubicBezTo>
                <a:cubicBezTo>
                  <a:pt x="-48364" y="1620180"/>
                  <a:pt x="51318" y="1458440"/>
                  <a:pt x="0" y="1325880"/>
                </a:cubicBezTo>
                <a:cubicBezTo>
                  <a:pt x="-51318" y="1193320"/>
                  <a:pt x="44313" y="1072063"/>
                  <a:pt x="0" y="845820"/>
                </a:cubicBezTo>
                <a:cubicBezTo>
                  <a:pt x="-44313" y="619577"/>
                  <a:pt x="45585" y="322303"/>
                  <a:pt x="0" y="0"/>
                </a:cubicBezTo>
                <a:close/>
              </a:path>
              <a:path w="11679637" h="4572000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08582" y="215424"/>
                  <a:pt x="11658919" y="257818"/>
                  <a:pt x="11679637" y="434340"/>
                </a:cubicBezTo>
                <a:cubicBezTo>
                  <a:pt x="11700355" y="610862"/>
                  <a:pt x="11663457" y="702982"/>
                  <a:pt x="11679637" y="914400"/>
                </a:cubicBezTo>
                <a:cubicBezTo>
                  <a:pt x="11695817" y="1125818"/>
                  <a:pt x="11664730" y="1321217"/>
                  <a:pt x="11679637" y="1440180"/>
                </a:cubicBezTo>
                <a:cubicBezTo>
                  <a:pt x="11694544" y="1559143"/>
                  <a:pt x="11675505" y="1685227"/>
                  <a:pt x="11679637" y="1874520"/>
                </a:cubicBezTo>
                <a:cubicBezTo>
                  <a:pt x="11683769" y="2063813"/>
                  <a:pt x="11660283" y="2186974"/>
                  <a:pt x="11679637" y="2308860"/>
                </a:cubicBezTo>
                <a:cubicBezTo>
                  <a:pt x="11698991" y="2430746"/>
                  <a:pt x="11662358" y="2722999"/>
                  <a:pt x="11679637" y="2834640"/>
                </a:cubicBezTo>
                <a:cubicBezTo>
                  <a:pt x="11696916" y="2946281"/>
                  <a:pt x="11617640" y="3244899"/>
                  <a:pt x="11679637" y="3360420"/>
                </a:cubicBezTo>
                <a:cubicBezTo>
                  <a:pt x="11741634" y="3475941"/>
                  <a:pt x="11658096" y="3783713"/>
                  <a:pt x="11679637" y="4023360"/>
                </a:cubicBezTo>
                <a:cubicBezTo>
                  <a:pt x="11701178" y="4263007"/>
                  <a:pt x="11645056" y="4388882"/>
                  <a:pt x="11679637" y="4572000"/>
                </a:cubicBezTo>
                <a:cubicBezTo>
                  <a:pt x="11590010" y="4602096"/>
                  <a:pt x="11400819" y="4539234"/>
                  <a:pt x="11329248" y="4572000"/>
                </a:cubicBezTo>
                <a:cubicBezTo>
                  <a:pt x="11257677" y="4604766"/>
                  <a:pt x="10800533" y="4499099"/>
                  <a:pt x="10628470" y="4572000"/>
                </a:cubicBezTo>
                <a:cubicBezTo>
                  <a:pt x="10456407" y="4644901"/>
                  <a:pt x="10393459" y="4534076"/>
                  <a:pt x="10161284" y="4572000"/>
                </a:cubicBezTo>
                <a:cubicBezTo>
                  <a:pt x="9929109" y="4609924"/>
                  <a:pt x="9819941" y="4550772"/>
                  <a:pt x="9694099" y="4572000"/>
                </a:cubicBezTo>
                <a:cubicBezTo>
                  <a:pt x="9568258" y="4593228"/>
                  <a:pt x="9519363" y="4570479"/>
                  <a:pt x="9460506" y="4572000"/>
                </a:cubicBezTo>
                <a:cubicBezTo>
                  <a:pt x="9401649" y="4573521"/>
                  <a:pt x="8952317" y="4517152"/>
                  <a:pt x="8759728" y="4572000"/>
                </a:cubicBezTo>
                <a:cubicBezTo>
                  <a:pt x="8567139" y="4626848"/>
                  <a:pt x="8464275" y="4553875"/>
                  <a:pt x="8292542" y="4572000"/>
                </a:cubicBezTo>
                <a:cubicBezTo>
                  <a:pt x="8120809" y="4590125"/>
                  <a:pt x="8050910" y="4552407"/>
                  <a:pt x="7825357" y="4572000"/>
                </a:cubicBezTo>
                <a:cubicBezTo>
                  <a:pt x="7599804" y="4591593"/>
                  <a:pt x="7280189" y="4568026"/>
                  <a:pt x="7007782" y="4572000"/>
                </a:cubicBezTo>
                <a:cubicBezTo>
                  <a:pt x="6735376" y="4575974"/>
                  <a:pt x="6509232" y="4514538"/>
                  <a:pt x="6307004" y="4572000"/>
                </a:cubicBezTo>
                <a:cubicBezTo>
                  <a:pt x="6104776" y="4629462"/>
                  <a:pt x="5972318" y="4540207"/>
                  <a:pt x="5839819" y="4572000"/>
                </a:cubicBezTo>
                <a:cubicBezTo>
                  <a:pt x="5707321" y="4603793"/>
                  <a:pt x="5309632" y="4474344"/>
                  <a:pt x="5022244" y="4572000"/>
                </a:cubicBezTo>
                <a:cubicBezTo>
                  <a:pt x="4734857" y="4669656"/>
                  <a:pt x="4497162" y="4568588"/>
                  <a:pt x="4204669" y="4572000"/>
                </a:cubicBezTo>
                <a:cubicBezTo>
                  <a:pt x="3912176" y="4575412"/>
                  <a:pt x="3888371" y="4531552"/>
                  <a:pt x="3620687" y="4572000"/>
                </a:cubicBezTo>
                <a:cubicBezTo>
                  <a:pt x="3353003" y="4612448"/>
                  <a:pt x="3420544" y="4570730"/>
                  <a:pt x="3270298" y="4572000"/>
                </a:cubicBezTo>
                <a:cubicBezTo>
                  <a:pt x="3120052" y="4573270"/>
                  <a:pt x="2728338" y="4502915"/>
                  <a:pt x="2452724" y="4572000"/>
                </a:cubicBezTo>
                <a:cubicBezTo>
                  <a:pt x="2177110" y="4641085"/>
                  <a:pt x="1825506" y="4567582"/>
                  <a:pt x="1635149" y="4572000"/>
                </a:cubicBezTo>
                <a:cubicBezTo>
                  <a:pt x="1444793" y="4576418"/>
                  <a:pt x="1126012" y="4500950"/>
                  <a:pt x="934371" y="4572000"/>
                </a:cubicBezTo>
                <a:cubicBezTo>
                  <a:pt x="742730" y="4643050"/>
                  <a:pt x="809749" y="4565086"/>
                  <a:pt x="700778" y="4572000"/>
                </a:cubicBezTo>
                <a:cubicBezTo>
                  <a:pt x="591807" y="4578914"/>
                  <a:pt x="177416" y="4504850"/>
                  <a:pt x="0" y="4572000"/>
                </a:cubicBezTo>
                <a:cubicBezTo>
                  <a:pt x="-50387" y="4375754"/>
                  <a:pt x="11564" y="4180358"/>
                  <a:pt x="0" y="3954780"/>
                </a:cubicBezTo>
                <a:cubicBezTo>
                  <a:pt x="-11564" y="3729202"/>
                  <a:pt x="21457" y="3625308"/>
                  <a:pt x="0" y="3337560"/>
                </a:cubicBezTo>
                <a:cubicBezTo>
                  <a:pt x="-21457" y="3049812"/>
                  <a:pt x="34796" y="3051744"/>
                  <a:pt x="0" y="2811780"/>
                </a:cubicBezTo>
                <a:cubicBezTo>
                  <a:pt x="-34796" y="2571816"/>
                  <a:pt x="52026" y="2359421"/>
                  <a:pt x="0" y="2194560"/>
                </a:cubicBezTo>
                <a:cubicBezTo>
                  <a:pt x="-52026" y="2029699"/>
                  <a:pt x="72872" y="1750791"/>
                  <a:pt x="0" y="1531620"/>
                </a:cubicBezTo>
                <a:cubicBezTo>
                  <a:pt x="-72872" y="1312449"/>
                  <a:pt x="55818" y="1184798"/>
                  <a:pt x="0" y="960120"/>
                </a:cubicBezTo>
                <a:cubicBezTo>
                  <a:pt x="-55818" y="735442"/>
                  <a:pt x="3098" y="712519"/>
                  <a:pt x="0" y="525780"/>
                </a:cubicBezTo>
                <a:cubicBezTo>
                  <a:pt x="-3098" y="339041"/>
                  <a:pt x="10854" y="18648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2.9</a:t>
            </a: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المتوسط الحسابي المرجح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767E37"/>
              </a:solidFill>
              <a:effectLst/>
              <a:uLnTx/>
              <a:uFillTx/>
              <a:latin typeface="Sagona Book"/>
              <a:ea typeface="+mn-ea"/>
              <a:cs typeface="Akhbar MT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14:cNvPr>
              <p14:cNvContentPartPr/>
              <p14:nvPr/>
            </p14:nvContentPartPr>
            <p14:xfrm>
              <a:off x="1514043" y="872017"/>
              <a:ext cx="7560" cy="8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5043" y="863017"/>
                <a:ext cx="25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14:cNvPr>
              <p14:cNvContentPartPr/>
              <p14:nvPr/>
            </p14:nvContentPartPr>
            <p14:xfrm>
              <a:off x="4608243" y="942577"/>
              <a:ext cx="33480" cy="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9603" y="933577"/>
                <a:ext cx="511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14:cNvPr>
              <p14:cNvContentPartPr/>
              <p14:nvPr/>
            </p14:nvContentPartPr>
            <p14:xfrm>
              <a:off x="3295683" y="899377"/>
              <a:ext cx="4320" cy="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6683" y="890377"/>
                <a:ext cx="219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B3F233-8E03-4DEC-B80E-69598A4CCDDA}"/>
                  </a:ext>
                </a:extLst>
              </p14:cNvPr>
              <p14:cNvContentPartPr/>
              <p14:nvPr/>
            </p14:nvContentPartPr>
            <p14:xfrm>
              <a:off x="6354963" y="3138577"/>
              <a:ext cx="2520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B3F233-8E03-4DEC-B80E-69598A4CCD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45963" y="3129577"/>
                <a:ext cx="42840" cy="37800"/>
              </a:xfrm>
              <a:prstGeom prst="rect">
                <a:avLst/>
              </a:prstGeom>
            </p:spPr>
          </p:pic>
        </mc:Fallback>
      </mc:AlternateContent>
      <p:pic>
        <p:nvPicPr>
          <p:cNvPr id="63" name="Picture 62">
            <a:extLst>
              <a:ext uri="{FF2B5EF4-FFF2-40B4-BE49-F238E27FC236}">
                <a16:creationId xmlns:a16="http://schemas.microsoft.com/office/drawing/2014/main" id="{5C5BD40A-9012-4F09-8977-4871CA442FF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883" t="40331" r="31424" b="49528"/>
          <a:stretch/>
        </p:blipFill>
        <p:spPr>
          <a:xfrm>
            <a:off x="1427484" y="2220327"/>
            <a:ext cx="9607405" cy="152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39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3528-629D-4ECC-A4F2-A9B37B3B8A01}"/>
              </a:ext>
            </a:extLst>
          </p:cNvPr>
          <p:cNvSpPr/>
          <p:nvPr/>
        </p:nvSpPr>
        <p:spPr>
          <a:xfrm>
            <a:off x="203824" y="201953"/>
            <a:ext cx="11679637" cy="6299824"/>
          </a:xfrm>
          <a:custGeom>
            <a:avLst/>
            <a:gdLst>
              <a:gd name="connsiteX0" fmla="*/ 0 w 11679637"/>
              <a:gd name="connsiteY0" fmla="*/ 0 h 6299824"/>
              <a:gd name="connsiteX1" fmla="*/ 467185 w 11679637"/>
              <a:gd name="connsiteY1" fmla="*/ 0 h 6299824"/>
              <a:gd name="connsiteX2" fmla="*/ 1051167 w 11679637"/>
              <a:gd name="connsiteY2" fmla="*/ 0 h 6299824"/>
              <a:gd name="connsiteX3" fmla="*/ 1284760 w 11679637"/>
              <a:gd name="connsiteY3" fmla="*/ 0 h 6299824"/>
              <a:gd name="connsiteX4" fmla="*/ 1868742 w 11679637"/>
              <a:gd name="connsiteY4" fmla="*/ 0 h 6299824"/>
              <a:gd name="connsiteX5" fmla="*/ 2335927 w 11679637"/>
              <a:gd name="connsiteY5" fmla="*/ 0 h 6299824"/>
              <a:gd name="connsiteX6" fmla="*/ 2569520 w 11679637"/>
              <a:gd name="connsiteY6" fmla="*/ 0 h 6299824"/>
              <a:gd name="connsiteX7" fmla="*/ 3387095 w 11679637"/>
              <a:gd name="connsiteY7" fmla="*/ 0 h 6299824"/>
              <a:gd name="connsiteX8" fmla="*/ 3737484 w 11679637"/>
              <a:gd name="connsiteY8" fmla="*/ 0 h 6299824"/>
              <a:gd name="connsiteX9" fmla="*/ 4438262 w 11679637"/>
              <a:gd name="connsiteY9" fmla="*/ 0 h 6299824"/>
              <a:gd name="connsiteX10" fmla="*/ 4788651 w 11679637"/>
              <a:gd name="connsiteY10" fmla="*/ 0 h 6299824"/>
              <a:gd name="connsiteX11" fmla="*/ 5139040 w 11679637"/>
              <a:gd name="connsiteY11" fmla="*/ 0 h 6299824"/>
              <a:gd name="connsiteX12" fmla="*/ 5956615 w 11679637"/>
              <a:gd name="connsiteY12" fmla="*/ 0 h 6299824"/>
              <a:gd name="connsiteX13" fmla="*/ 6540597 w 11679637"/>
              <a:gd name="connsiteY13" fmla="*/ 0 h 6299824"/>
              <a:gd name="connsiteX14" fmla="*/ 6774189 w 11679637"/>
              <a:gd name="connsiteY14" fmla="*/ 0 h 6299824"/>
              <a:gd name="connsiteX15" fmla="*/ 7591764 w 11679637"/>
              <a:gd name="connsiteY15" fmla="*/ 0 h 6299824"/>
              <a:gd name="connsiteX16" fmla="*/ 8409339 w 11679637"/>
              <a:gd name="connsiteY16" fmla="*/ 0 h 6299824"/>
              <a:gd name="connsiteX17" fmla="*/ 8642931 w 11679637"/>
              <a:gd name="connsiteY17" fmla="*/ 0 h 6299824"/>
              <a:gd name="connsiteX18" fmla="*/ 9226913 w 11679637"/>
              <a:gd name="connsiteY18" fmla="*/ 0 h 6299824"/>
              <a:gd name="connsiteX19" fmla="*/ 9694099 w 11679637"/>
              <a:gd name="connsiteY19" fmla="*/ 0 h 6299824"/>
              <a:gd name="connsiteX20" fmla="*/ 10278081 w 11679637"/>
              <a:gd name="connsiteY20" fmla="*/ 0 h 6299824"/>
              <a:gd name="connsiteX21" fmla="*/ 11095655 w 11679637"/>
              <a:gd name="connsiteY21" fmla="*/ 0 h 6299824"/>
              <a:gd name="connsiteX22" fmla="*/ 11679637 w 11679637"/>
              <a:gd name="connsiteY22" fmla="*/ 0 h 6299824"/>
              <a:gd name="connsiteX23" fmla="*/ 11679637 w 11679637"/>
              <a:gd name="connsiteY23" fmla="*/ 698708 h 6299824"/>
              <a:gd name="connsiteX24" fmla="*/ 11679637 w 11679637"/>
              <a:gd name="connsiteY24" fmla="*/ 1334417 h 6299824"/>
              <a:gd name="connsiteX25" fmla="*/ 11679637 w 11679637"/>
              <a:gd name="connsiteY25" fmla="*/ 1781132 h 6299824"/>
              <a:gd name="connsiteX26" fmla="*/ 11679637 w 11679637"/>
              <a:gd name="connsiteY26" fmla="*/ 2479840 h 6299824"/>
              <a:gd name="connsiteX27" fmla="*/ 11679637 w 11679637"/>
              <a:gd name="connsiteY27" fmla="*/ 3052551 h 6299824"/>
              <a:gd name="connsiteX28" fmla="*/ 11679637 w 11679637"/>
              <a:gd name="connsiteY28" fmla="*/ 3499266 h 6299824"/>
              <a:gd name="connsiteX29" fmla="*/ 11679637 w 11679637"/>
              <a:gd name="connsiteY29" fmla="*/ 4197974 h 6299824"/>
              <a:gd name="connsiteX30" fmla="*/ 11679637 w 11679637"/>
              <a:gd name="connsiteY30" fmla="*/ 4707687 h 6299824"/>
              <a:gd name="connsiteX31" fmla="*/ 11679637 w 11679637"/>
              <a:gd name="connsiteY31" fmla="*/ 5091403 h 6299824"/>
              <a:gd name="connsiteX32" fmla="*/ 11679637 w 11679637"/>
              <a:gd name="connsiteY32" fmla="*/ 5601116 h 6299824"/>
              <a:gd name="connsiteX33" fmla="*/ 11679637 w 11679637"/>
              <a:gd name="connsiteY33" fmla="*/ 6299824 h 6299824"/>
              <a:gd name="connsiteX34" fmla="*/ 10862062 w 11679637"/>
              <a:gd name="connsiteY34" fmla="*/ 6299824 h 6299824"/>
              <a:gd name="connsiteX35" fmla="*/ 10394877 w 11679637"/>
              <a:gd name="connsiteY35" fmla="*/ 6299824 h 6299824"/>
              <a:gd name="connsiteX36" fmla="*/ 9694099 w 11679637"/>
              <a:gd name="connsiteY36" fmla="*/ 6299824 h 6299824"/>
              <a:gd name="connsiteX37" fmla="*/ 9460506 w 11679637"/>
              <a:gd name="connsiteY37" fmla="*/ 6299824 h 6299824"/>
              <a:gd name="connsiteX38" fmla="*/ 8876524 w 11679637"/>
              <a:gd name="connsiteY38" fmla="*/ 6299824 h 6299824"/>
              <a:gd name="connsiteX39" fmla="*/ 8526135 w 11679637"/>
              <a:gd name="connsiteY39" fmla="*/ 6299824 h 6299824"/>
              <a:gd name="connsiteX40" fmla="*/ 8292542 w 11679637"/>
              <a:gd name="connsiteY40" fmla="*/ 6299824 h 6299824"/>
              <a:gd name="connsiteX41" fmla="*/ 7474968 w 11679637"/>
              <a:gd name="connsiteY41" fmla="*/ 6299824 h 6299824"/>
              <a:gd name="connsiteX42" fmla="*/ 7007782 w 11679637"/>
              <a:gd name="connsiteY42" fmla="*/ 6299824 h 6299824"/>
              <a:gd name="connsiteX43" fmla="*/ 6774189 w 11679637"/>
              <a:gd name="connsiteY43" fmla="*/ 6299824 h 6299824"/>
              <a:gd name="connsiteX44" fmla="*/ 5956615 w 11679637"/>
              <a:gd name="connsiteY44" fmla="*/ 6299824 h 6299824"/>
              <a:gd name="connsiteX45" fmla="*/ 5606226 w 11679637"/>
              <a:gd name="connsiteY45" fmla="*/ 6299824 h 6299824"/>
              <a:gd name="connsiteX46" fmla="*/ 4788651 w 11679637"/>
              <a:gd name="connsiteY46" fmla="*/ 6299824 h 6299824"/>
              <a:gd name="connsiteX47" fmla="*/ 4204669 w 11679637"/>
              <a:gd name="connsiteY47" fmla="*/ 6299824 h 6299824"/>
              <a:gd name="connsiteX48" fmla="*/ 3854280 w 11679637"/>
              <a:gd name="connsiteY48" fmla="*/ 6299824 h 6299824"/>
              <a:gd name="connsiteX49" fmla="*/ 3503891 w 11679637"/>
              <a:gd name="connsiteY49" fmla="*/ 6299824 h 6299824"/>
              <a:gd name="connsiteX50" fmla="*/ 3153502 w 11679637"/>
              <a:gd name="connsiteY50" fmla="*/ 6299824 h 6299824"/>
              <a:gd name="connsiteX51" fmla="*/ 2452724 w 11679637"/>
              <a:gd name="connsiteY51" fmla="*/ 6299824 h 6299824"/>
              <a:gd name="connsiteX52" fmla="*/ 1635149 w 11679637"/>
              <a:gd name="connsiteY52" fmla="*/ 6299824 h 6299824"/>
              <a:gd name="connsiteX53" fmla="*/ 934371 w 11679637"/>
              <a:gd name="connsiteY53" fmla="*/ 6299824 h 6299824"/>
              <a:gd name="connsiteX54" fmla="*/ 0 w 11679637"/>
              <a:gd name="connsiteY54" fmla="*/ 6299824 h 6299824"/>
              <a:gd name="connsiteX55" fmla="*/ 0 w 11679637"/>
              <a:gd name="connsiteY55" fmla="*/ 5601116 h 6299824"/>
              <a:gd name="connsiteX56" fmla="*/ 0 w 11679637"/>
              <a:gd name="connsiteY56" fmla="*/ 4965407 h 6299824"/>
              <a:gd name="connsiteX57" fmla="*/ 0 w 11679637"/>
              <a:gd name="connsiteY57" fmla="*/ 4581690 h 6299824"/>
              <a:gd name="connsiteX58" fmla="*/ 0 w 11679637"/>
              <a:gd name="connsiteY58" fmla="*/ 4008979 h 6299824"/>
              <a:gd name="connsiteX59" fmla="*/ 0 w 11679637"/>
              <a:gd name="connsiteY59" fmla="*/ 3499266 h 6299824"/>
              <a:gd name="connsiteX60" fmla="*/ 0 w 11679637"/>
              <a:gd name="connsiteY60" fmla="*/ 3115549 h 6299824"/>
              <a:gd name="connsiteX61" fmla="*/ 0 w 11679637"/>
              <a:gd name="connsiteY61" fmla="*/ 2731833 h 6299824"/>
              <a:gd name="connsiteX62" fmla="*/ 0 w 11679637"/>
              <a:gd name="connsiteY62" fmla="*/ 2096123 h 6299824"/>
              <a:gd name="connsiteX63" fmla="*/ 0 w 11679637"/>
              <a:gd name="connsiteY63" fmla="*/ 1460414 h 6299824"/>
              <a:gd name="connsiteX64" fmla="*/ 0 w 11679637"/>
              <a:gd name="connsiteY64" fmla="*/ 1013699 h 6299824"/>
              <a:gd name="connsiteX65" fmla="*/ 0 w 11679637"/>
              <a:gd name="connsiteY65" fmla="*/ 0 h 629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79637" h="6299824" fill="none" extrusionOk="0">
                <a:moveTo>
                  <a:pt x="0" y="0"/>
                </a:moveTo>
                <a:cubicBezTo>
                  <a:pt x="183108" y="-6570"/>
                  <a:pt x="277895" y="55930"/>
                  <a:pt x="467185" y="0"/>
                </a:cubicBezTo>
                <a:cubicBezTo>
                  <a:pt x="656475" y="-55930"/>
                  <a:pt x="924787" y="48178"/>
                  <a:pt x="1051167" y="0"/>
                </a:cubicBezTo>
                <a:cubicBezTo>
                  <a:pt x="1177547" y="-48178"/>
                  <a:pt x="1189931" y="25031"/>
                  <a:pt x="1284760" y="0"/>
                </a:cubicBezTo>
                <a:cubicBezTo>
                  <a:pt x="1379589" y="-25031"/>
                  <a:pt x="1720791" y="39515"/>
                  <a:pt x="1868742" y="0"/>
                </a:cubicBezTo>
                <a:cubicBezTo>
                  <a:pt x="2016693" y="-39515"/>
                  <a:pt x="2123538" y="36586"/>
                  <a:pt x="2335927" y="0"/>
                </a:cubicBezTo>
                <a:cubicBezTo>
                  <a:pt x="2548317" y="-36586"/>
                  <a:pt x="2511153" y="6199"/>
                  <a:pt x="2569520" y="0"/>
                </a:cubicBezTo>
                <a:cubicBezTo>
                  <a:pt x="2627887" y="-6199"/>
                  <a:pt x="3035035" y="5033"/>
                  <a:pt x="3387095" y="0"/>
                </a:cubicBezTo>
                <a:cubicBezTo>
                  <a:pt x="3739156" y="-5033"/>
                  <a:pt x="3598671" y="3328"/>
                  <a:pt x="3737484" y="0"/>
                </a:cubicBezTo>
                <a:cubicBezTo>
                  <a:pt x="3876297" y="-3328"/>
                  <a:pt x="4259876" y="6046"/>
                  <a:pt x="4438262" y="0"/>
                </a:cubicBezTo>
                <a:cubicBezTo>
                  <a:pt x="4616648" y="-6046"/>
                  <a:pt x="4613926" y="5758"/>
                  <a:pt x="4788651" y="0"/>
                </a:cubicBezTo>
                <a:cubicBezTo>
                  <a:pt x="4963376" y="-5758"/>
                  <a:pt x="5044597" y="6952"/>
                  <a:pt x="5139040" y="0"/>
                </a:cubicBezTo>
                <a:cubicBezTo>
                  <a:pt x="5233483" y="-6952"/>
                  <a:pt x="5569458" y="63445"/>
                  <a:pt x="5956615" y="0"/>
                </a:cubicBezTo>
                <a:cubicBezTo>
                  <a:pt x="6343772" y="-63445"/>
                  <a:pt x="6413818" y="63983"/>
                  <a:pt x="6540597" y="0"/>
                </a:cubicBezTo>
                <a:cubicBezTo>
                  <a:pt x="6667376" y="-63983"/>
                  <a:pt x="6670413" y="11423"/>
                  <a:pt x="6774189" y="0"/>
                </a:cubicBezTo>
                <a:cubicBezTo>
                  <a:pt x="6877965" y="-11423"/>
                  <a:pt x="7270263" y="38639"/>
                  <a:pt x="7591764" y="0"/>
                </a:cubicBezTo>
                <a:cubicBezTo>
                  <a:pt x="7913265" y="-38639"/>
                  <a:pt x="8039977" y="68291"/>
                  <a:pt x="8409339" y="0"/>
                </a:cubicBezTo>
                <a:cubicBezTo>
                  <a:pt x="8778702" y="-68291"/>
                  <a:pt x="8537236" y="5940"/>
                  <a:pt x="8642931" y="0"/>
                </a:cubicBezTo>
                <a:cubicBezTo>
                  <a:pt x="8748626" y="-5940"/>
                  <a:pt x="8972501" y="33594"/>
                  <a:pt x="9226913" y="0"/>
                </a:cubicBezTo>
                <a:cubicBezTo>
                  <a:pt x="9481325" y="-33594"/>
                  <a:pt x="9511117" y="24749"/>
                  <a:pt x="9694099" y="0"/>
                </a:cubicBezTo>
                <a:cubicBezTo>
                  <a:pt x="9877081" y="-24749"/>
                  <a:pt x="10110671" y="18504"/>
                  <a:pt x="10278081" y="0"/>
                </a:cubicBezTo>
                <a:cubicBezTo>
                  <a:pt x="10445491" y="-18504"/>
                  <a:pt x="10920777" y="90463"/>
                  <a:pt x="11095655" y="0"/>
                </a:cubicBezTo>
                <a:cubicBezTo>
                  <a:pt x="11270533" y="-90463"/>
                  <a:pt x="11535648" y="10900"/>
                  <a:pt x="11679637" y="0"/>
                </a:cubicBezTo>
                <a:cubicBezTo>
                  <a:pt x="11688836" y="250005"/>
                  <a:pt x="11641018" y="443873"/>
                  <a:pt x="11679637" y="698708"/>
                </a:cubicBezTo>
                <a:cubicBezTo>
                  <a:pt x="11718256" y="953543"/>
                  <a:pt x="11643981" y="1090062"/>
                  <a:pt x="11679637" y="1334417"/>
                </a:cubicBezTo>
                <a:cubicBezTo>
                  <a:pt x="11715293" y="1578772"/>
                  <a:pt x="11641942" y="1668373"/>
                  <a:pt x="11679637" y="1781132"/>
                </a:cubicBezTo>
                <a:cubicBezTo>
                  <a:pt x="11717332" y="1893891"/>
                  <a:pt x="11605282" y="2263515"/>
                  <a:pt x="11679637" y="2479840"/>
                </a:cubicBezTo>
                <a:cubicBezTo>
                  <a:pt x="11753992" y="2696165"/>
                  <a:pt x="11637832" y="2912452"/>
                  <a:pt x="11679637" y="3052551"/>
                </a:cubicBezTo>
                <a:cubicBezTo>
                  <a:pt x="11721442" y="3192650"/>
                  <a:pt x="11650183" y="3323064"/>
                  <a:pt x="11679637" y="3499266"/>
                </a:cubicBezTo>
                <a:cubicBezTo>
                  <a:pt x="11709091" y="3675469"/>
                  <a:pt x="11638269" y="3905344"/>
                  <a:pt x="11679637" y="4197974"/>
                </a:cubicBezTo>
                <a:cubicBezTo>
                  <a:pt x="11721005" y="4490604"/>
                  <a:pt x="11618473" y="4604742"/>
                  <a:pt x="11679637" y="4707687"/>
                </a:cubicBezTo>
                <a:cubicBezTo>
                  <a:pt x="11740801" y="4810632"/>
                  <a:pt x="11678014" y="4945051"/>
                  <a:pt x="11679637" y="5091403"/>
                </a:cubicBezTo>
                <a:cubicBezTo>
                  <a:pt x="11681260" y="5237755"/>
                  <a:pt x="11635007" y="5495008"/>
                  <a:pt x="11679637" y="5601116"/>
                </a:cubicBezTo>
                <a:cubicBezTo>
                  <a:pt x="11724267" y="5707224"/>
                  <a:pt x="11619664" y="6036668"/>
                  <a:pt x="11679637" y="6299824"/>
                </a:cubicBezTo>
                <a:cubicBezTo>
                  <a:pt x="11454596" y="6302966"/>
                  <a:pt x="11084995" y="6274538"/>
                  <a:pt x="10862062" y="6299824"/>
                </a:cubicBezTo>
                <a:cubicBezTo>
                  <a:pt x="10639129" y="6325110"/>
                  <a:pt x="10539696" y="6268566"/>
                  <a:pt x="10394877" y="6299824"/>
                </a:cubicBezTo>
                <a:cubicBezTo>
                  <a:pt x="10250058" y="6331082"/>
                  <a:pt x="9991472" y="6298191"/>
                  <a:pt x="9694099" y="6299824"/>
                </a:cubicBezTo>
                <a:cubicBezTo>
                  <a:pt x="9396726" y="6301457"/>
                  <a:pt x="9558826" y="6278483"/>
                  <a:pt x="9460506" y="6299824"/>
                </a:cubicBezTo>
                <a:cubicBezTo>
                  <a:pt x="9362186" y="6321165"/>
                  <a:pt x="9101520" y="6237847"/>
                  <a:pt x="8876524" y="6299824"/>
                </a:cubicBezTo>
                <a:cubicBezTo>
                  <a:pt x="8651528" y="6361801"/>
                  <a:pt x="8654146" y="6290233"/>
                  <a:pt x="8526135" y="6299824"/>
                </a:cubicBezTo>
                <a:cubicBezTo>
                  <a:pt x="8398124" y="6309415"/>
                  <a:pt x="8390253" y="6276160"/>
                  <a:pt x="8292542" y="6299824"/>
                </a:cubicBezTo>
                <a:cubicBezTo>
                  <a:pt x="8194831" y="6323488"/>
                  <a:pt x="7817354" y="6243549"/>
                  <a:pt x="7474968" y="6299824"/>
                </a:cubicBezTo>
                <a:cubicBezTo>
                  <a:pt x="7132582" y="6356099"/>
                  <a:pt x="7146475" y="6274373"/>
                  <a:pt x="7007782" y="6299824"/>
                </a:cubicBezTo>
                <a:cubicBezTo>
                  <a:pt x="6869089" y="6325275"/>
                  <a:pt x="6874079" y="6291149"/>
                  <a:pt x="6774189" y="6299824"/>
                </a:cubicBezTo>
                <a:cubicBezTo>
                  <a:pt x="6674299" y="6308499"/>
                  <a:pt x="6197074" y="6215369"/>
                  <a:pt x="5956615" y="6299824"/>
                </a:cubicBezTo>
                <a:cubicBezTo>
                  <a:pt x="5716156" y="6384279"/>
                  <a:pt x="5757696" y="6274150"/>
                  <a:pt x="5606226" y="6299824"/>
                </a:cubicBezTo>
                <a:cubicBezTo>
                  <a:pt x="5454756" y="6325498"/>
                  <a:pt x="5084386" y="6283941"/>
                  <a:pt x="4788651" y="6299824"/>
                </a:cubicBezTo>
                <a:cubicBezTo>
                  <a:pt x="4492916" y="6315707"/>
                  <a:pt x="4396908" y="6246992"/>
                  <a:pt x="4204669" y="6299824"/>
                </a:cubicBezTo>
                <a:cubicBezTo>
                  <a:pt x="4012430" y="6352656"/>
                  <a:pt x="3986052" y="6282909"/>
                  <a:pt x="3854280" y="6299824"/>
                </a:cubicBezTo>
                <a:cubicBezTo>
                  <a:pt x="3722508" y="6316739"/>
                  <a:pt x="3628199" y="6261169"/>
                  <a:pt x="3503891" y="6299824"/>
                </a:cubicBezTo>
                <a:cubicBezTo>
                  <a:pt x="3379583" y="6338479"/>
                  <a:pt x="3321354" y="6275418"/>
                  <a:pt x="3153502" y="6299824"/>
                </a:cubicBezTo>
                <a:cubicBezTo>
                  <a:pt x="2985650" y="6324230"/>
                  <a:pt x="2629484" y="6269357"/>
                  <a:pt x="2452724" y="6299824"/>
                </a:cubicBezTo>
                <a:cubicBezTo>
                  <a:pt x="2275964" y="6330291"/>
                  <a:pt x="1822947" y="6268084"/>
                  <a:pt x="1635149" y="6299824"/>
                </a:cubicBezTo>
                <a:cubicBezTo>
                  <a:pt x="1447351" y="6331564"/>
                  <a:pt x="1209715" y="6276127"/>
                  <a:pt x="934371" y="6299824"/>
                </a:cubicBezTo>
                <a:cubicBezTo>
                  <a:pt x="659027" y="6323521"/>
                  <a:pt x="280546" y="6286094"/>
                  <a:pt x="0" y="6299824"/>
                </a:cubicBezTo>
                <a:cubicBezTo>
                  <a:pt x="-24220" y="5987961"/>
                  <a:pt x="60099" y="5827553"/>
                  <a:pt x="0" y="5601116"/>
                </a:cubicBezTo>
                <a:cubicBezTo>
                  <a:pt x="-60099" y="5374679"/>
                  <a:pt x="73084" y="5147655"/>
                  <a:pt x="0" y="4965407"/>
                </a:cubicBezTo>
                <a:cubicBezTo>
                  <a:pt x="-73084" y="4783159"/>
                  <a:pt x="37419" y="4729307"/>
                  <a:pt x="0" y="4581690"/>
                </a:cubicBezTo>
                <a:cubicBezTo>
                  <a:pt x="-37419" y="4434073"/>
                  <a:pt x="37507" y="4227816"/>
                  <a:pt x="0" y="4008979"/>
                </a:cubicBezTo>
                <a:cubicBezTo>
                  <a:pt x="-37507" y="3790142"/>
                  <a:pt x="47997" y="3666004"/>
                  <a:pt x="0" y="3499266"/>
                </a:cubicBezTo>
                <a:cubicBezTo>
                  <a:pt x="-47997" y="3332528"/>
                  <a:pt x="40186" y="3273410"/>
                  <a:pt x="0" y="3115549"/>
                </a:cubicBezTo>
                <a:cubicBezTo>
                  <a:pt x="-40186" y="2957688"/>
                  <a:pt x="39809" y="2907634"/>
                  <a:pt x="0" y="2731833"/>
                </a:cubicBezTo>
                <a:cubicBezTo>
                  <a:pt x="-39809" y="2556032"/>
                  <a:pt x="75625" y="2342776"/>
                  <a:pt x="0" y="2096123"/>
                </a:cubicBezTo>
                <a:cubicBezTo>
                  <a:pt x="-75625" y="1849470"/>
                  <a:pt x="54380" y="1588385"/>
                  <a:pt x="0" y="1460414"/>
                </a:cubicBezTo>
                <a:cubicBezTo>
                  <a:pt x="-54380" y="1332443"/>
                  <a:pt x="13898" y="1167023"/>
                  <a:pt x="0" y="1013699"/>
                </a:cubicBezTo>
                <a:cubicBezTo>
                  <a:pt x="-13898" y="860375"/>
                  <a:pt x="2099" y="425675"/>
                  <a:pt x="0" y="0"/>
                </a:cubicBezTo>
                <a:close/>
              </a:path>
              <a:path w="11679637" h="6299824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17636" y="115756"/>
                  <a:pt x="11635491" y="230895"/>
                  <a:pt x="11679637" y="383717"/>
                </a:cubicBezTo>
                <a:cubicBezTo>
                  <a:pt x="11723783" y="536539"/>
                  <a:pt x="11663872" y="628245"/>
                  <a:pt x="11679637" y="830431"/>
                </a:cubicBezTo>
                <a:cubicBezTo>
                  <a:pt x="11695402" y="1032617"/>
                  <a:pt x="11629845" y="1214011"/>
                  <a:pt x="11679637" y="1340144"/>
                </a:cubicBezTo>
                <a:cubicBezTo>
                  <a:pt x="11729429" y="1466277"/>
                  <a:pt x="11670929" y="1621225"/>
                  <a:pt x="11679637" y="1723861"/>
                </a:cubicBezTo>
                <a:cubicBezTo>
                  <a:pt x="11688345" y="1826497"/>
                  <a:pt x="11638169" y="1999891"/>
                  <a:pt x="11679637" y="2107577"/>
                </a:cubicBezTo>
                <a:cubicBezTo>
                  <a:pt x="11721105" y="2215263"/>
                  <a:pt x="11624309" y="2492799"/>
                  <a:pt x="11679637" y="2617291"/>
                </a:cubicBezTo>
                <a:cubicBezTo>
                  <a:pt x="11734965" y="2741783"/>
                  <a:pt x="11647280" y="2913659"/>
                  <a:pt x="11679637" y="3127004"/>
                </a:cubicBezTo>
                <a:cubicBezTo>
                  <a:pt x="11711994" y="3340349"/>
                  <a:pt x="11664692" y="3514731"/>
                  <a:pt x="11679637" y="3825711"/>
                </a:cubicBezTo>
                <a:cubicBezTo>
                  <a:pt x="11694582" y="4136691"/>
                  <a:pt x="11676739" y="4208583"/>
                  <a:pt x="11679637" y="4461421"/>
                </a:cubicBezTo>
                <a:cubicBezTo>
                  <a:pt x="11682535" y="4714259"/>
                  <a:pt x="11678026" y="4727969"/>
                  <a:pt x="11679637" y="4908136"/>
                </a:cubicBezTo>
                <a:cubicBezTo>
                  <a:pt x="11681248" y="5088304"/>
                  <a:pt x="11619168" y="5256319"/>
                  <a:pt x="11679637" y="5417849"/>
                </a:cubicBezTo>
                <a:cubicBezTo>
                  <a:pt x="11740106" y="5579379"/>
                  <a:pt x="11668728" y="5633628"/>
                  <a:pt x="11679637" y="5801565"/>
                </a:cubicBezTo>
                <a:cubicBezTo>
                  <a:pt x="11690546" y="5969502"/>
                  <a:pt x="11650541" y="6088743"/>
                  <a:pt x="11679637" y="6299824"/>
                </a:cubicBezTo>
                <a:cubicBezTo>
                  <a:pt x="11301532" y="6387319"/>
                  <a:pt x="11244433" y="6269851"/>
                  <a:pt x="10862062" y="6299824"/>
                </a:cubicBezTo>
                <a:cubicBezTo>
                  <a:pt x="10479691" y="6329797"/>
                  <a:pt x="10353873" y="6244976"/>
                  <a:pt x="10161284" y="6299824"/>
                </a:cubicBezTo>
                <a:cubicBezTo>
                  <a:pt x="9968695" y="6354672"/>
                  <a:pt x="9860517" y="6281040"/>
                  <a:pt x="9694099" y="6299824"/>
                </a:cubicBezTo>
                <a:cubicBezTo>
                  <a:pt x="9527681" y="6318608"/>
                  <a:pt x="9454609" y="6281268"/>
                  <a:pt x="9226913" y="6299824"/>
                </a:cubicBezTo>
                <a:cubicBezTo>
                  <a:pt x="8999217" y="6318380"/>
                  <a:pt x="8681317" y="6290854"/>
                  <a:pt x="8409339" y="6299824"/>
                </a:cubicBezTo>
                <a:cubicBezTo>
                  <a:pt x="8137361" y="6308794"/>
                  <a:pt x="7911282" y="6243727"/>
                  <a:pt x="7708560" y="6299824"/>
                </a:cubicBezTo>
                <a:cubicBezTo>
                  <a:pt x="7505838" y="6355921"/>
                  <a:pt x="7373874" y="6268031"/>
                  <a:pt x="7241375" y="6299824"/>
                </a:cubicBezTo>
                <a:cubicBezTo>
                  <a:pt x="7108877" y="6331617"/>
                  <a:pt x="6711188" y="6202168"/>
                  <a:pt x="6423800" y="6299824"/>
                </a:cubicBezTo>
                <a:cubicBezTo>
                  <a:pt x="6136413" y="6397480"/>
                  <a:pt x="5897401" y="6294296"/>
                  <a:pt x="5606226" y="6299824"/>
                </a:cubicBezTo>
                <a:cubicBezTo>
                  <a:pt x="5315051" y="6305352"/>
                  <a:pt x="5289928" y="6259376"/>
                  <a:pt x="5022244" y="6299824"/>
                </a:cubicBezTo>
                <a:cubicBezTo>
                  <a:pt x="4754560" y="6340272"/>
                  <a:pt x="4822101" y="6298554"/>
                  <a:pt x="4671855" y="6299824"/>
                </a:cubicBezTo>
                <a:cubicBezTo>
                  <a:pt x="4521609" y="6301094"/>
                  <a:pt x="4131628" y="6233756"/>
                  <a:pt x="3854280" y="6299824"/>
                </a:cubicBezTo>
                <a:cubicBezTo>
                  <a:pt x="3576932" y="6365892"/>
                  <a:pt x="3222779" y="6290390"/>
                  <a:pt x="3036706" y="6299824"/>
                </a:cubicBezTo>
                <a:cubicBezTo>
                  <a:pt x="2850633" y="6309258"/>
                  <a:pt x="2530414" y="6232134"/>
                  <a:pt x="2335927" y="6299824"/>
                </a:cubicBezTo>
                <a:cubicBezTo>
                  <a:pt x="2141440" y="6367514"/>
                  <a:pt x="2193827" y="6277275"/>
                  <a:pt x="2102335" y="6299824"/>
                </a:cubicBezTo>
                <a:cubicBezTo>
                  <a:pt x="2010843" y="6322373"/>
                  <a:pt x="1873519" y="6274720"/>
                  <a:pt x="1751946" y="6299824"/>
                </a:cubicBezTo>
                <a:cubicBezTo>
                  <a:pt x="1630373" y="6324928"/>
                  <a:pt x="1370559" y="6264558"/>
                  <a:pt x="1051167" y="6299824"/>
                </a:cubicBezTo>
                <a:cubicBezTo>
                  <a:pt x="731775" y="6335090"/>
                  <a:pt x="439953" y="6186404"/>
                  <a:pt x="0" y="6299824"/>
                </a:cubicBezTo>
                <a:cubicBezTo>
                  <a:pt x="-23742" y="6189831"/>
                  <a:pt x="2532" y="6030691"/>
                  <a:pt x="0" y="5916107"/>
                </a:cubicBezTo>
                <a:cubicBezTo>
                  <a:pt x="-2532" y="5801523"/>
                  <a:pt x="21361" y="5422159"/>
                  <a:pt x="0" y="5280398"/>
                </a:cubicBezTo>
                <a:cubicBezTo>
                  <a:pt x="-21361" y="5138637"/>
                  <a:pt x="53032" y="4778027"/>
                  <a:pt x="0" y="4581690"/>
                </a:cubicBezTo>
                <a:cubicBezTo>
                  <a:pt x="-53032" y="4385353"/>
                  <a:pt x="3786" y="4211579"/>
                  <a:pt x="0" y="4008979"/>
                </a:cubicBezTo>
                <a:cubicBezTo>
                  <a:pt x="-3786" y="3806379"/>
                  <a:pt x="163" y="3810241"/>
                  <a:pt x="0" y="3625262"/>
                </a:cubicBezTo>
                <a:cubicBezTo>
                  <a:pt x="-163" y="3440283"/>
                  <a:pt x="31606" y="3405395"/>
                  <a:pt x="0" y="3241546"/>
                </a:cubicBezTo>
                <a:cubicBezTo>
                  <a:pt x="-31606" y="3077697"/>
                  <a:pt x="30588" y="2935987"/>
                  <a:pt x="0" y="2857829"/>
                </a:cubicBezTo>
                <a:cubicBezTo>
                  <a:pt x="-30588" y="2779671"/>
                  <a:pt x="58567" y="2501971"/>
                  <a:pt x="0" y="2348116"/>
                </a:cubicBezTo>
                <a:cubicBezTo>
                  <a:pt x="-58567" y="2194261"/>
                  <a:pt x="17625" y="1944814"/>
                  <a:pt x="0" y="1775405"/>
                </a:cubicBezTo>
                <a:cubicBezTo>
                  <a:pt x="-17625" y="1605996"/>
                  <a:pt x="24562" y="1555777"/>
                  <a:pt x="0" y="1391688"/>
                </a:cubicBezTo>
                <a:cubicBezTo>
                  <a:pt x="-24562" y="1227599"/>
                  <a:pt x="65318" y="903595"/>
                  <a:pt x="0" y="755979"/>
                </a:cubicBezTo>
                <a:cubicBezTo>
                  <a:pt x="-65318" y="608363"/>
                  <a:pt x="7640" y="22087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2.9</a:t>
            </a: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المتوسط الحسابي المرجح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767E37"/>
              </a:solidFill>
              <a:effectLst/>
              <a:uLnTx/>
              <a:uFillTx/>
              <a:latin typeface="Sagona Book"/>
              <a:ea typeface="+mn-ea"/>
              <a:cs typeface="Akhbar MT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14:cNvPr>
              <p14:cNvContentPartPr/>
              <p14:nvPr/>
            </p14:nvContentPartPr>
            <p14:xfrm>
              <a:off x="1514043" y="872017"/>
              <a:ext cx="7560" cy="8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5043" y="863017"/>
                <a:ext cx="25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14:cNvPr>
              <p14:cNvContentPartPr/>
              <p14:nvPr/>
            </p14:nvContentPartPr>
            <p14:xfrm>
              <a:off x="4608243" y="942577"/>
              <a:ext cx="33480" cy="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9243" y="933968"/>
                <a:ext cx="51120" cy="24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14:cNvPr>
              <p14:cNvContentPartPr/>
              <p14:nvPr/>
            </p14:nvContentPartPr>
            <p14:xfrm>
              <a:off x="3295683" y="899377"/>
              <a:ext cx="4320" cy="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7375" y="890377"/>
                <a:ext cx="20603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B3F233-8E03-4DEC-B80E-69598A4CCDDA}"/>
                  </a:ext>
                </a:extLst>
              </p14:cNvPr>
              <p14:cNvContentPartPr/>
              <p14:nvPr/>
            </p14:nvContentPartPr>
            <p14:xfrm>
              <a:off x="6354963" y="3138577"/>
              <a:ext cx="2520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B3F233-8E03-4DEC-B80E-69598A4CCD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45963" y="3129577"/>
                <a:ext cx="42840" cy="378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74D289-7018-4D4F-A522-E1BBB4116AE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696" t="41227" r="27569" b="29571"/>
          <a:stretch/>
        </p:blipFill>
        <p:spPr>
          <a:xfrm>
            <a:off x="2031209" y="1055703"/>
            <a:ext cx="6879735" cy="286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52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93528-629D-4ECC-A4F2-A9B37B3B8A01}"/>
              </a:ext>
            </a:extLst>
          </p:cNvPr>
          <p:cNvSpPr/>
          <p:nvPr/>
        </p:nvSpPr>
        <p:spPr>
          <a:xfrm>
            <a:off x="203824" y="201953"/>
            <a:ext cx="11679637" cy="6299824"/>
          </a:xfrm>
          <a:custGeom>
            <a:avLst/>
            <a:gdLst>
              <a:gd name="connsiteX0" fmla="*/ 0 w 11679637"/>
              <a:gd name="connsiteY0" fmla="*/ 0 h 6299824"/>
              <a:gd name="connsiteX1" fmla="*/ 467185 w 11679637"/>
              <a:gd name="connsiteY1" fmla="*/ 0 h 6299824"/>
              <a:gd name="connsiteX2" fmla="*/ 1051167 w 11679637"/>
              <a:gd name="connsiteY2" fmla="*/ 0 h 6299824"/>
              <a:gd name="connsiteX3" fmla="*/ 1284760 w 11679637"/>
              <a:gd name="connsiteY3" fmla="*/ 0 h 6299824"/>
              <a:gd name="connsiteX4" fmla="*/ 1868742 w 11679637"/>
              <a:gd name="connsiteY4" fmla="*/ 0 h 6299824"/>
              <a:gd name="connsiteX5" fmla="*/ 2335927 w 11679637"/>
              <a:gd name="connsiteY5" fmla="*/ 0 h 6299824"/>
              <a:gd name="connsiteX6" fmla="*/ 2569520 w 11679637"/>
              <a:gd name="connsiteY6" fmla="*/ 0 h 6299824"/>
              <a:gd name="connsiteX7" fmla="*/ 3387095 w 11679637"/>
              <a:gd name="connsiteY7" fmla="*/ 0 h 6299824"/>
              <a:gd name="connsiteX8" fmla="*/ 3737484 w 11679637"/>
              <a:gd name="connsiteY8" fmla="*/ 0 h 6299824"/>
              <a:gd name="connsiteX9" fmla="*/ 4438262 w 11679637"/>
              <a:gd name="connsiteY9" fmla="*/ 0 h 6299824"/>
              <a:gd name="connsiteX10" fmla="*/ 4788651 w 11679637"/>
              <a:gd name="connsiteY10" fmla="*/ 0 h 6299824"/>
              <a:gd name="connsiteX11" fmla="*/ 5139040 w 11679637"/>
              <a:gd name="connsiteY11" fmla="*/ 0 h 6299824"/>
              <a:gd name="connsiteX12" fmla="*/ 5956615 w 11679637"/>
              <a:gd name="connsiteY12" fmla="*/ 0 h 6299824"/>
              <a:gd name="connsiteX13" fmla="*/ 6540597 w 11679637"/>
              <a:gd name="connsiteY13" fmla="*/ 0 h 6299824"/>
              <a:gd name="connsiteX14" fmla="*/ 6774189 w 11679637"/>
              <a:gd name="connsiteY14" fmla="*/ 0 h 6299824"/>
              <a:gd name="connsiteX15" fmla="*/ 7591764 w 11679637"/>
              <a:gd name="connsiteY15" fmla="*/ 0 h 6299824"/>
              <a:gd name="connsiteX16" fmla="*/ 8409339 w 11679637"/>
              <a:gd name="connsiteY16" fmla="*/ 0 h 6299824"/>
              <a:gd name="connsiteX17" fmla="*/ 8642931 w 11679637"/>
              <a:gd name="connsiteY17" fmla="*/ 0 h 6299824"/>
              <a:gd name="connsiteX18" fmla="*/ 9226913 w 11679637"/>
              <a:gd name="connsiteY18" fmla="*/ 0 h 6299824"/>
              <a:gd name="connsiteX19" fmla="*/ 9694099 w 11679637"/>
              <a:gd name="connsiteY19" fmla="*/ 0 h 6299824"/>
              <a:gd name="connsiteX20" fmla="*/ 10278081 w 11679637"/>
              <a:gd name="connsiteY20" fmla="*/ 0 h 6299824"/>
              <a:gd name="connsiteX21" fmla="*/ 11095655 w 11679637"/>
              <a:gd name="connsiteY21" fmla="*/ 0 h 6299824"/>
              <a:gd name="connsiteX22" fmla="*/ 11679637 w 11679637"/>
              <a:gd name="connsiteY22" fmla="*/ 0 h 6299824"/>
              <a:gd name="connsiteX23" fmla="*/ 11679637 w 11679637"/>
              <a:gd name="connsiteY23" fmla="*/ 698708 h 6299824"/>
              <a:gd name="connsiteX24" fmla="*/ 11679637 w 11679637"/>
              <a:gd name="connsiteY24" fmla="*/ 1334417 h 6299824"/>
              <a:gd name="connsiteX25" fmla="*/ 11679637 w 11679637"/>
              <a:gd name="connsiteY25" fmla="*/ 1781132 h 6299824"/>
              <a:gd name="connsiteX26" fmla="*/ 11679637 w 11679637"/>
              <a:gd name="connsiteY26" fmla="*/ 2479840 h 6299824"/>
              <a:gd name="connsiteX27" fmla="*/ 11679637 w 11679637"/>
              <a:gd name="connsiteY27" fmla="*/ 3052551 h 6299824"/>
              <a:gd name="connsiteX28" fmla="*/ 11679637 w 11679637"/>
              <a:gd name="connsiteY28" fmla="*/ 3499266 h 6299824"/>
              <a:gd name="connsiteX29" fmla="*/ 11679637 w 11679637"/>
              <a:gd name="connsiteY29" fmla="*/ 4197974 h 6299824"/>
              <a:gd name="connsiteX30" fmla="*/ 11679637 w 11679637"/>
              <a:gd name="connsiteY30" fmla="*/ 4707687 h 6299824"/>
              <a:gd name="connsiteX31" fmla="*/ 11679637 w 11679637"/>
              <a:gd name="connsiteY31" fmla="*/ 5091403 h 6299824"/>
              <a:gd name="connsiteX32" fmla="*/ 11679637 w 11679637"/>
              <a:gd name="connsiteY32" fmla="*/ 5601116 h 6299824"/>
              <a:gd name="connsiteX33" fmla="*/ 11679637 w 11679637"/>
              <a:gd name="connsiteY33" fmla="*/ 6299824 h 6299824"/>
              <a:gd name="connsiteX34" fmla="*/ 10862062 w 11679637"/>
              <a:gd name="connsiteY34" fmla="*/ 6299824 h 6299824"/>
              <a:gd name="connsiteX35" fmla="*/ 10394877 w 11679637"/>
              <a:gd name="connsiteY35" fmla="*/ 6299824 h 6299824"/>
              <a:gd name="connsiteX36" fmla="*/ 9694099 w 11679637"/>
              <a:gd name="connsiteY36" fmla="*/ 6299824 h 6299824"/>
              <a:gd name="connsiteX37" fmla="*/ 9460506 w 11679637"/>
              <a:gd name="connsiteY37" fmla="*/ 6299824 h 6299824"/>
              <a:gd name="connsiteX38" fmla="*/ 8876524 w 11679637"/>
              <a:gd name="connsiteY38" fmla="*/ 6299824 h 6299824"/>
              <a:gd name="connsiteX39" fmla="*/ 8526135 w 11679637"/>
              <a:gd name="connsiteY39" fmla="*/ 6299824 h 6299824"/>
              <a:gd name="connsiteX40" fmla="*/ 8292542 w 11679637"/>
              <a:gd name="connsiteY40" fmla="*/ 6299824 h 6299824"/>
              <a:gd name="connsiteX41" fmla="*/ 7474968 w 11679637"/>
              <a:gd name="connsiteY41" fmla="*/ 6299824 h 6299824"/>
              <a:gd name="connsiteX42" fmla="*/ 7007782 w 11679637"/>
              <a:gd name="connsiteY42" fmla="*/ 6299824 h 6299824"/>
              <a:gd name="connsiteX43" fmla="*/ 6774189 w 11679637"/>
              <a:gd name="connsiteY43" fmla="*/ 6299824 h 6299824"/>
              <a:gd name="connsiteX44" fmla="*/ 5956615 w 11679637"/>
              <a:gd name="connsiteY44" fmla="*/ 6299824 h 6299824"/>
              <a:gd name="connsiteX45" fmla="*/ 5606226 w 11679637"/>
              <a:gd name="connsiteY45" fmla="*/ 6299824 h 6299824"/>
              <a:gd name="connsiteX46" fmla="*/ 4788651 w 11679637"/>
              <a:gd name="connsiteY46" fmla="*/ 6299824 h 6299824"/>
              <a:gd name="connsiteX47" fmla="*/ 4204669 w 11679637"/>
              <a:gd name="connsiteY47" fmla="*/ 6299824 h 6299824"/>
              <a:gd name="connsiteX48" fmla="*/ 3854280 w 11679637"/>
              <a:gd name="connsiteY48" fmla="*/ 6299824 h 6299824"/>
              <a:gd name="connsiteX49" fmla="*/ 3503891 w 11679637"/>
              <a:gd name="connsiteY49" fmla="*/ 6299824 h 6299824"/>
              <a:gd name="connsiteX50" fmla="*/ 3153502 w 11679637"/>
              <a:gd name="connsiteY50" fmla="*/ 6299824 h 6299824"/>
              <a:gd name="connsiteX51" fmla="*/ 2452724 w 11679637"/>
              <a:gd name="connsiteY51" fmla="*/ 6299824 h 6299824"/>
              <a:gd name="connsiteX52" fmla="*/ 1635149 w 11679637"/>
              <a:gd name="connsiteY52" fmla="*/ 6299824 h 6299824"/>
              <a:gd name="connsiteX53" fmla="*/ 934371 w 11679637"/>
              <a:gd name="connsiteY53" fmla="*/ 6299824 h 6299824"/>
              <a:gd name="connsiteX54" fmla="*/ 0 w 11679637"/>
              <a:gd name="connsiteY54" fmla="*/ 6299824 h 6299824"/>
              <a:gd name="connsiteX55" fmla="*/ 0 w 11679637"/>
              <a:gd name="connsiteY55" fmla="*/ 5601116 h 6299824"/>
              <a:gd name="connsiteX56" fmla="*/ 0 w 11679637"/>
              <a:gd name="connsiteY56" fmla="*/ 4965407 h 6299824"/>
              <a:gd name="connsiteX57" fmla="*/ 0 w 11679637"/>
              <a:gd name="connsiteY57" fmla="*/ 4581690 h 6299824"/>
              <a:gd name="connsiteX58" fmla="*/ 0 w 11679637"/>
              <a:gd name="connsiteY58" fmla="*/ 4008979 h 6299824"/>
              <a:gd name="connsiteX59" fmla="*/ 0 w 11679637"/>
              <a:gd name="connsiteY59" fmla="*/ 3499266 h 6299824"/>
              <a:gd name="connsiteX60" fmla="*/ 0 w 11679637"/>
              <a:gd name="connsiteY60" fmla="*/ 3115549 h 6299824"/>
              <a:gd name="connsiteX61" fmla="*/ 0 w 11679637"/>
              <a:gd name="connsiteY61" fmla="*/ 2731833 h 6299824"/>
              <a:gd name="connsiteX62" fmla="*/ 0 w 11679637"/>
              <a:gd name="connsiteY62" fmla="*/ 2096123 h 6299824"/>
              <a:gd name="connsiteX63" fmla="*/ 0 w 11679637"/>
              <a:gd name="connsiteY63" fmla="*/ 1460414 h 6299824"/>
              <a:gd name="connsiteX64" fmla="*/ 0 w 11679637"/>
              <a:gd name="connsiteY64" fmla="*/ 1013699 h 6299824"/>
              <a:gd name="connsiteX65" fmla="*/ 0 w 11679637"/>
              <a:gd name="connsiteY65" fmla="*/ 0 h 629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1679637" h="6299824" fill="none" extrusionOk="0">
                <a:moveTo>
                  <a:pt x="0" y="0"/>
                </a:moveTo>
                <a:cubicBezTo>
                  <a:pt x="183108" y="-6570"/>
                  <a:pt x="277895" y="55930"/>
                  <a:pt x="467185" y="0"/>
                </a:cubicBezTo>
                <a:cubicBezTo>
                  <a:pt x="656475" y="-55930"/>
                  <a:pt x="924787" y="48178"/>
                  <a:pt x="1051167" y="0"/>
                </a:cubicBezTo>
                <a:cubicBezTo>
                  <a:pt x="1177547" y="-48178"/>
                  <a:pt x="1189931" y="25031"/>
                  <a:pt x="1284760" y="0"/>
                </a:cubicBezTo>
                <a:cubicBezTo>
                  <a:pt x="1379589" y="-25031"/>
                  <a:pt x="1720791" y="39515"/>
                  <a:pt x="1868742" y="0"/>
                </a:cubicBezTo>
                <a:cubicBezTo>
                  <a:pt x="2016693" y="-39515"/>
                  <a:pt x="2123538" y="36586"/>
                  <a:pt x="2335927" y="0"/>
                </a:cubicBezTo>
                <a:cubicBezTo>
                  <a:pt x="2548317" y="-36586"/>
                  <a:pt x="2511153" y="6199"/>
                  <a:pt x="2569520" y="0"/>
                </a:cubicBezTo>
                <a:cubicBezTo>
                  <a:pt x="2627887" y="-6199"/>
                  <a:pt x="3035035" y="5033"/>
                  <a:pt x="3387095" y="0"/>
                </a:cubicBezTo>
                <a:cubicBezTo>
                  <a:pt x="3739156" y="-5033"/>
                  <a:pt x="3598671" y="3328"/>
                  <a:pt x="3737484" y="0"/>
                </a:cubicBezTo>
                <a:cubicBezTo>
                  <a:pt x="3876297" y="-3328"/>
                  <a:pt x="4259876" y="6046"/>
                  <a:pt x="4438262" y="0"/>
                </a:cubicBezTo>
                <a:cubicBezTo>
                  <a:pt x="4616648" y="-6046"/>
                  <a:pt x="4613926" y="5758"/>
                  <a:pt x="4788651" y="0"/>
                </a:cubicBezTo>
                <a:cubicBezTo>
                  <a:pt x="4963376" y="-5758"/>
                  <a:pt x="5044597" y="6952"/>
                  <a:pt x="5139040" y="0"/>
                </a:cubicBezTo>
                <a:cubicBezTo>
                  <a:pt x="5233483" y="-6952"/>
                  <a:pt x="5569458" y="63445"/>
                  <a:pt x="5956615" y="0"/>
                </a:cubicBezTo>
                <a:cubicBezTo>
                  <a:pt x="6343772" y="-63445"/>
                  <a:pt x="6413818" y="63983"/>
                  <a:pt x="6540597" y="0"/>
                </a:cubicBezTo>
                <a:cubicBezTo>
                  <a:pt x="6667376" y="-63983"/>
                  <a:pt x="6670413" y="11423"/>
                  <a:pt x="6774189" y="0"/>
                </a:cubicBezTo>
                <a:cubicBezTo>
                  <a:pt x="6877965" y="-11423"/>
                  <a:pt x="7270263" y="38639"/>
                  <a:pt x="7591764" y="0"/>
                </a:cubicBezTo>
                <a:cubicBezTo>
                  <a:pt x="7913265" y="-38639"/>
                  <a:pt x="8039977" y="68291"/>
                  <a:pt x="8409339" y="0"/>
                </a:cubicBezTo>
                <a:cubicBezTo>
                  <a:pt x="8778702" y="-68291"/>
                  <a:pt x="8537236" y="5940"/>
                  <a:pt x="8642931" y="0"/>
                </a:cubicBezTo>
                <a:cubicBezTo>
                  <a:pt x="8748626" y="-5940"/>
                  <a:pt x="8972501" y="33594"/>
                  <a:pt x="9226913" y="0"/>
                </a:cubicBezTo>
                <a:cubicBezTo>
                  <a:pt x="9481325" y="-33594"/>
                  <a:pt x="9511117" y="24749"/>
                  <a:pt x="9694099" y="0"/>
                </a:cubicBezTo>
                <a:cubicBezTo>
                  <a:pt x="9877081" y="-24749"/>
                  <a:pt x="10110671" y="18504"/>
                  <a:pt x="10278081" y="0"/>
                </a:cubicBezTo>
                <a:cubicBezTo>
                  <a:pt x="10445491" y="-18504"/>
                  <a:pt x="10920777" y="90463"/>
                  <a:pt x="11095655" y="0"/>
                </a:cubicBezTo>
                <a:cubicBezTo>
                  <a:pt x="11270533" y="-90463"/>
                  <a:pt x="11535648" y="10900"/>
                  <a:pt x="11679637" y="0"/>
                </a:cubicBezTo>
                <a:cubicBezTo>
                  <a:pt x="11688836" y="250005"/>
                  <a:pt x="11641018" y="443873"/>
                  <a:pt x="11679637" y="698708"/>
                </a:cubicBezTo>
                <a:cubicBezTo>
                  <a:pt x="11718256" y="953543"/>
                  <a:pt x="11643981" y="1090062"/>
                  <a:pt x="11679637" y="1334417"/>
                </a:cubicBezTo>
                <a:cubicBezTo>
                  <a:pt x="11715293" y="1578772"/>
                  <a:pt x="11641942" y="1668373"/>
                  <a:pt x="11679637" y="1781132"/>
                </a:cubicBezTo>
                <a:cubicBezTo>
                  <a:pt x="11717332" y="1893891"/>
                  <a:pt x="11605282" y="2263515"/>
                  <a:pt x="11679637" y="2479840"/>
                </a:cubicBezTo>
                <a:cubicBezTo>
                  <a:pt x="11753992" y="2696165"/>
                  <a:pt x="11637832" y="2912452"/>
                  <a:pt x="11679637" y="3052551"/>
                </a:cubicBezTo>
                <a:cubicBezTo>
                  <a:pt x="11721442" y="3192650"/>
                  <a:pt x="11650183" y="3323064"/>
                  <a:pt x="11679637" y="3499266"/>
                </a:cubicBezTo>
                <a:cubicBezTo>
                  <a:pt x="11709091" y="3675469"/>
                  <a:pt x="11638269" y="3905344"/>
                  <a:pt x="11679637" y="4197974"/>
                </a:cubicBezTo>
                <a:cubicBezTo>
                  <a:pt x="11721005" y="4490604"/>
                  <a:pt x="11618473" y="4604742"/>
                  <a:pt x="11679637" y="4707687"/>
                </a:cubicBezTo>
                <a:cubicBezTo>
                  <a:pt x="11740801" y="4810632"/>
                  <a:pt x="11678014" y="4945051"/>
                  <a:pt x="11679637" y="5091403"/>
                </a:cubicBezTo>
                <a:cubicBezTo>
                  <a:pt x="11681260" y="5237755"/>
                  <a:pt x="11635007" y="5495008"/>
                  <a:pt x="11679637" y="5601116"/>
                </a:cubicBezTo>
                <a:cubicBezTo>
                  <a:pt x="11724267" y="5707224"/>
                  <a:pt x="11619664" y="6036668"/>
                  <a:pt x="11679637" y="6299824"/>
                </a:cubicBezTo>
                <a:cubicBezTo>
                  <a:pt x="11454596" y="6302966"/>
                  <a:pt x="11084995" y="6274538"/>
                  <a:pt x="10862062" y="6299824"/>
                </a:cubicBezTo>
                <a:cubicBezTo>
                  <a:pt x="10639129" y="6325110"/>
                  <a:pt x="10539696" y="6268566"/>
                  <a:pt x="10394877" y="6299824"/>
                </a:cubicBezTo>
                <a:cubicBezTo>
                  <a:pt x="10250058" y="6331082"/>
                  <a:pt x="9991472" y="6298191"/>
                  <a:pt x="9694099" y="6299824"/>
                </a:cubicBezTo>
                <a:cubicBezTo>
                  <a:pt x="9396726" y="6301457"/>
                  <a:pt x="9558826" y="6278483"/>
                  <a:pt x="9460506" y="6299824"/>
                </a:cubicBezTo>
                <a:cubicBezTo>
                  <a:pt x="9362186" y="6321165"/>
                  <a:pt x="9101520" y="6237847"/>
                  <a:pt x="8876524" y="6299824"/>
                </a:cubicBezTo>
                <a:cubicBezTo>
                  <a:pt x="8651528" y="6361801"/>
                  <a:pt x="8654146" y="6290233"/>
                  <a:pt x="8526135" y="6299824"/>
                </a:cubicBezTo>
                <a:cubicBezTo>
                  <a:pt x="8398124" y="6309415"/>
                  <a:pt x="8390253" y="6276160"/>
                  <a:pt x="8292542" y="6299824"/>
                </a:cubicBezTo>
                <a:cubicBezTo>
                  <a:pt x="8194831" y="6323488"/>
                  <a:pt x="7817354" y="6243549"/>
                  <a:pt x="7474968" y="6299824"/>
                </a:cubicBezTo>
                <a:cubicBezTo>
                  <a:pt x="7132582" y="6356099"/>
                  <a:pt x="7146475" y="6274373"/>
                  <a:pt x="7007782" y="6299824"/>
                </a:cubicBezTo>
                <a:cubicBezTo>
                  <a:pt x="6869089" y="6325275"/>
                  <a:pt x="6874079" y="6291149"/>
                  <a:pt x="6774189" y="6299824"/>
                </a:cubicBezTo>
                <a:cubicBezTo>
                  <a:pt x="6674299" y="6308499"/>
                  <a:pt x="6197074" y="6215369"/>
                  <a:pt x="5956615" y="6299824"/>
                </a:cubicBezTo>
                <a:cubicBezTo>
                  <a:pt x="5716156" y="6384279"/>
                  <a:pt x="5757696" y="6274150"/>
                  <a:pt x="5606226" y="6299824"/>
                </a:cubicBezTo>
                <a:cubicBezTo>
                  <a:pt x="5454756" y="6325498"/>
                  <a:pt x="5084386" y="6283941"/>
                  <a:pt x="4788651" y="6299824"/>
                </a:cubicBezTo>
                <a:cubicBezTo>
                  <a:pt x="4492916" y="6315707"/>
                  <a:pt x="4396908" y="6246992"/>
                  <a:pt x="4204669" y="6299824"/>
                </a:cubicBezTo>
                <a:cubicBezTo>
                  <a:pt x="4012430" y="6352656"/>
                  <a:pt x="3986052" y="6282909"/>
                  <a:pt x="3854280" y="6299824"/>
                </a:cubicBezTo>
                <a:cubicBezTo>
                  <a:pt x="3722508" y="6316739"/>
                  <a:pt x="3628199" y="6261169"/>
                  <a:pt x="3503891" y="6299824"/>
                </a:cubicBezTo>
                <a:cubicBezTo>
                  <a:pt x="3379583" y="6338479"/>
                  <a:pt x="3321354" y="6275418"/>
                  <a:pt x="3153502" y="6299824"/>
                </a:cubicBezTo>
                <a:cubicBezTo>
                  <a:pt x="2985650" y="6324230"/>
                  <a:pt x="2629484" y="6269357"/>
                  <a:pt x="2452724" y="6299824"/>
                </a:cubicBezTo>
                <a:cubicBezTo>
                  <a:pt x="2275964" y="6330291"/>
                  <a:pt x="1822947" y="6268084"/>
                  <a:pt x="1635149" y="6299824"/>
                </a:cubicBezTo>
                <a:cubicBezTo>
                  <a:pt x="1447351" y="6331564"/>
                  <a:pt x="1209715" y="6276127"/>
                  <a:pt x="934371" y="6299824"/>
                </a:cubicBezTo>
                <a:cubicBezTo>
                  <a:pt x="659027" y="6323521"/>
                  <a:pt x="280546" y="6286094"/>
                  <a:pt x="0" y="6299824"/>
                </a:cubicBezTo>
                <a:cubicBezTo>
                  <a:pt x="-24220" y="5987961"/>
                  <a:pt x="60099" y="5827553"/>
                  <a:pt x="0" y="5601116"/>
                </a:cubicBezTo>
                <a:cubicBezTo>
                  <a:pt x="-60099" y="5374679"/>
                  <a:pt x="73084" y="5147655"/>
                  <a:pt x="0" y="4965407"/>
                </a:cubicBezTo>
                <a:cubicBezTo>
                  <a:pt x="-73084" y="4783159"/>
                  <a:pt x="37419" y="4729307"/>
                  <a:pt x="0" y="4581690"/>
                </a:cubicBezTo>
                <a:cubicBezTo>
                  <a:pt x="-37419" y="4434073"/>
                  <a:pt x="37507" y="4227816"/>
                  <a:pt x="0" y="4008979"/>
                </a:cubicBezTo>
                <a:cubicBezTo>
                  <a:pt x="-37507" y="3790142"/>
                  <a:pt x="47997" y="3666004"/>
                  <a:pt x="0" y="3499266"/>
                </a:cubicBezTo>
                <a:cubicBezTo>
                  <a:pt x="-47997" y="3332528"/>
                  <a:pt x="40186" y="3273410"/>
                  <a:pt x="0" y="3115549"/>
                </a:cubicBezTo>
                <a:cubicBezTo>
                  <a:pt x="-40186" y="2957688"/>
                  <a:pt x="39809" y="2907634"/>
                  <a:pt x="0" y="2731833"/>
                </a:cubicBezTo>
                <a:cubicBezTo>
                  <a:pt x="-39809" y="2556032"/>
                  <a:pt x="75625" y="2342776"/>
                  <a:pt x="0" y="2096123"/>
                </a:cubicBezTo>
                <a:cubicBezTo>
                  <a:pt x="-75625" y="1849470"/>
                  <a:pt x="54380" y="1588385"/>
                  <a:pt x="0" y="1460414"/>
                </a:cubicBezTo>
                <a:cubicBezTo>
                  <a:pt x="-54380" y="1332443"/>
                  <a:pt x="13898" y="1167023"/>
                  <a:pt x="0" y="1013699"/>
                </a:cubicBezTo>
                <a:cubicBezTo>
                  <a:pt x="-13898" y="860375"/>
                  <a:pt x="2099" y="425675"/>
                  <a:pt x="0" y="0"/>
                </a:cubicBezTo>
                <a:close/>
              </a:path>
              <a:path w="11679637" h="6299824" stroke="0" extrusionOk="0">
                <a:moveTo>
                  <a:pt x="0" y="0"/>
                </a:moveTo>
                <a:cubicBezTo>
                  <a:pt x="161224" y="-28749"/>
                  <a:pt x="200318" y="19225"/>
                  <a:pt x="350389" y="0"/>
                </a:cubicBezTo>
                <a:cubicBezTo>
                  <a:pt x="500460" y="-19225"/>
                  <a:pt x="697609" y="54770"/>
                  <a:pt x="934371" y="0"/>
                </a:cubicBezTo>
                <a:cubicBezTo>
                  <a:pt x="1171133" y="-54770"/>
                  <a:pt x="1249605" y="15677"/>
                  <a:pt x="1401556" y="0"/>
                </a:cubicBezTo>
                <a:cubicBezTo>
                  <a:pt x="1553508" y="-15677"/>
                  <a:pt x="1844126" y="46207"/>
                  <a:pt x="1985538" y="0"/>
                </a:cubicBezTo>
                <a:cubicBezTo>
                  <a:pt x="2126950" y="-46207"/>
                  <a:pt x="2152641" y="10276"/>
                  <a:pt x="2219131" y="0"/>
                </a:cubicBezTo>
                <a:cubicBezTo>
                  <a:pt x="2285621" y="-10276"/>
                  <a:pt x="2487138" y="2347"/>
                  <a:pt x="2686317" y="0"/>
                </a:cubicBezTo>
                <a:cubicBezTo>
                  <a:pt x="2885496" y="-2347"/>
                  <a:pt x="3220630" y="20077"/>
                  <a:pt x="3503891" y="0"/>
                </a:cubicBezTo>
                <a:cubicBezTo>
                  <a:pt x="3787152" y="-20077"/>
                  <a:pt x="3996308" y="87839"/>
                  <a:pt x="4321466" y="0"/>
                </a:cubicBezTo>
                <a:cubicBezTo>
                  <a:pt x="4646624" y="-87839"/>
                  <a:pt x="4445910" y="15035"/>
                  <a:pt x="4555058" y="0"/>
                </a:cubicBezTo>
                <a:cubicBezTo>
                  <a:pt x="4664206" y="-15035"/>
                  <a:pt x="4995847" y="48679"/>
                  <a:pt x="5139040" y="0"/>
                </a:cubicBezTo>
                <a:cubicBezTo>
                  <a:pt x="5282233" y="-48679"/>
                  <a:pt x="5528154" y="45502"/>
                  <a:pt x="5839819" y="0"/>
                </a:cubicBezTo>
                <a:cubicBezTo>
                  <a:pt x="6151484" y="-45502"/>
                  <a:pt x="6322768" y="15826"/>
                  <a:pt x="6657393" y="0"/>
                </a:cubicBezTo>
                <a:cubicBezTo>
                  <a:pt x="6992018" y="-15826"/>
                  <a:pt x="7115639" y="22477"/>
                  <a:pt x="7241375" y="0"/>
                </a:cubicBezTo>
                <a:cubicBezTo>
                  <a:pt x="7367111" y="-22477"/>
                  <a:pt x="7411726" y="22497"/>
                  <a:pt x="7474968" y="0"/>
                </a:cubicBezTo>
                <a:cubicBezTo>
                  <a:pt x="7538210" y="-22497"/>
                  <a:pt x="7609285" y="27417"/>
                  <a:pt x="7708560" y="0"/>
                </a:cubicBezTo>
                <a:cubicBezTo>
                  <a:pt x="7807835" y="-27417"/>
                  <a:pt x="8064014" y="19939"/>
                  <a:pt x="8409339" y="0"/>
                </a:cubicBezTo>
                <a:cubicBezTo>
                  <a:pt x="8754664" y="-19939"/>
                  <a:pt x="8857638" y="15646"/>
                  <a:pt x="8993320" y="0"/>
                </a:cubicBezTo>
                <a:cubicBezTo>
                  <a:pt x="9129002" y="-15646"/>
                  <a:pt x="9329775" y="50085"/>
                  <a:pt x="9577302" y="0"/>
                </a:cubicBezTo>
                <a:cubicBezTo>
                  <a:pt x="9824829" y="-50085"/>
                  <a:pt x="10062781" y="28933"/>
                  <a:pt x="10394877" y="0"/>
                </a:cubicBezTo>
                <a:cubicBezTo>
                  <a:pt x="10726974" y="-28933"/>
                  <a:pt x="10538510" y="3490"/>
                  <a:pt x="10628470" y="0"/>
                </a:cubicBezTo>
                <a:cubicBezTo>
                  <a:pt x="10718430" y="-3490"/>
                  <a:pt x="10904325" y="46271"/>
                  <a:pt x="11095655" y="0"/>
                </a:cubicBezTo>
                <a:cubicBezTo>
                  <a:pt x="11286985" y="-46271"/>
                  <a:pt x="11483557" y="21359"/>
                  <a:pt x="11679637" y="0"/>
                </a:cubicBezTo>
                <a:cubicBezTo>
                  <a:pt x="11717636" y="115756"/>
                  <a:pt x="11635491" y="230895"/>
                  <a:pt x="11679637" y="383717"/>
                </a:cubicBezTo>
                <a:cubicBezTo>
                  <a:pt x="11723783" y="536539"/>
                  <a:pt x="11663872" y="628245"/>
                  <a:pt x="11679637" y="830431"/>
                </a:cubicBezTo>
                <a:cubicBezTo>
                  <a:pt x="11695402" y="1032617"/>
                  <a:pt x="11629845" y="1214011"/>
                  <a:pt x="11679637" y="1340144"/>
                </a:cubicBezTo>
                <a:cubicBezTo>
                  <a:pt x="11729429" y="1466277"/>
                  <a:pt x="11670929" y="1621225"/>
                  <a:pt x="11679637" y="1723861"/>
                </a:cubicBezTo>
                <a:cubicBezTo>
                  <a:pt x="11688345" y="1826497"/>
                  <a:pt x="11638169" y="1999891"/>
                  <a:pt x="11679637" y="2107577"/>
                </a:cubicBezTo>
                <a:cubicBezTo>
                  <a:pt x="11721105" y="2215263"/>
                  <a:pt x="11624309" y="2492799"/>
                  <a:pt x="11679637" y="2617291"/>
                </a:cubicBezTo>
                <a:cubicBezTo>
                  <a:pt x="11734965" y="2741783"/>
                  <a:pt x="11647280" y="2913659"/>
                  <a:pt x="11679637" y="3127004"/>
                </a:cubicBezTo>
                <a:cubicBezTo>
                  <a:pt x="11711994" y="3340349"/>
                  <a:pt x="11664692" y="3514731"/>
                  <a:pt x="11679637" y="3825711"/>
                </a:cubicBezTo>
                <a:cubicBezTo>
                  <a:pt x="11694582" y="4136691"/>
                  <a:pt x="11676739" y="4208583"/>
                  <a:pt x="11679637" y="4461421"/>
                </a:cubicBezTo>
                <a:cubicBezTo>
                  <a:pt x="11682535" y="4714259"/>
                  <a:pt x="11678026" y="4727969"/>
                  <a:pt x="11679637" y="4908136"/>
                </a:cubicBezTo>
                <a:cubicBezTo>
                  <a:pt x="11681248" y="5088304"/>
                  <a:pt x="11619168" y="5256319"/>
                  <a:pt x="11679637" y="5417849"/>
                </a:cubicBezTo>
                <a:cubicBezTo>
                  <a:pt x="11740106" y="5579379"/>
                  <a:pt x="11668728" y="5633628"/>
                  <a:pt x="11679637" y="5801565"/>
                </a:cubicBezTo>
                <a:cubicBezTo>
                  <a:pt x="11690546" y="5969502"/>
                  <a:pt x="11650541" y="6088743"/>
                  <a:pt x="11679637" y="6299824"/>
                </a:cubicBezTo>
                <a:cubicBezTo>
                  <a:pt x="11301532" y="6387319"/>
                  <a:pt x="11244433" y="6269851"/>
                  <a:pt x="10862062" y="6299824"/>
                </a:cubicBezTo>
                <a:cubicBezTo>
                  <a:pt x="10479691" y="6329797"/>
                  <a:pt x="10353873" y="6244976"/>
                  <a:pt x="10161284" y="6299824"/>
                </a:cubicBezTo>
                <a:cubicBezTo>
                  <a:pt x="9968695" y="6354672"/>
                  <a:pt x="9860517" y="6281040"/>
                  <a:pt x="9694099" y="6299824"/>
                </a:cubicBezTo>
                <a:cubicBezTo>
                  <a:pt x="9527681" y="6318608"/>
                  <a:pt x="9454609" y="6281268"/>
                  <a:pt x="9226913" y="6299824"/>
                </a:cubicBezTo>
                <a:cubicBezTo>
                  <a:pt x="8999217" y="6318380"/>
                  <a:pt x="8681317" y="6290854"/>
                  <a:pt x="8409339" y="6299824"/>
                </a:cubicBezTo>
                <a:cubicBezTo>
                  <a:pt x="8137361" y="6308794"/>
                  <a:pt x="7911282" y="6243727"/>
                  <a:pt x="7708560" y="6299824"/>
                </a:cubicBezTo>
                <a:cubicBezTo>
                  <a:pt x="7505838" y="6355921"/>
                  <a:pt x="7373874" y="6268031"/>
                  <a:pt x="7241375" y="6299824"/>
                </a:cubicBezTo>
                <a:cubicBezTo>
                  <a:pt x="7108877" y="6331617"/>
                  <a:pt x="6711188" y="6202168"/>
                  <a:pt x="6423800" y="6299824"/>
                </a:cubicBezTo>
                <a:cubicBezTo>
                  <a:pt x="6136413" y="6397480"/>
                  <a:pt x="5897401" y="6294296"/>
                  <a:pt x="5606226" y="6299824"/>
                </a:cubicBezTo>
                <a:cubicBezTo>
                  <a:pt x="5315051" y="6305352"/>
                  <a:pt x="5289928" y="6259376"/>
                  <a:pt x="5022244" y="6299824"/>
                </a:cubicBezTo>
                <a:cubicBezTo>
                  <a:pt x="4754560" y="6340272"/>
                  <a:pt x="4822101" y="6298554"/>
                  <a:pt x="4671855" y="6299824"/>
                </a:cubicBezTo>
                <a:cubicBezTo>
                  <a:pt x="4521609" y="6301094"/>
                  <a:pt x="4131628" y="6233756"/>
                  <a:pt x="3854280" y="6299824"/>
                </a:cubicBezTo>
                <a:cubicBezTo>
                  <a:pt x="3576932" y="6365892"/>
                  <a:pt x="3222779" y="6290390"/>
                  <a:pt x="3036706" y="6299824"/>
                </a:cubicBezTo>
                <a:cubicBezTo>
                  <a:pt x="2850633" y="6309258"/>
                  <a:pt x="2530414" y="6232134"/>
                  <a:pt x="2335927" y="6299824"/>
                </a:cubicBezTo>
                <a:cubicBezTo>
                  <a:pt x="2141440" y="6367514"/>
                  <a:pt x="2193827" y="6277275"/>
                  <a:pt x="2102335" y="6299824"/>
                </a:cubicBezTo>
                <a:cubicBezTo>
                  <a:pt x="2010843" y="6322373"/>
                  <a:pt x="1873519" y="6274720"/>
                  <a:pt x="1751946" y="6299824"/>
                </a:cubicBezTo>
                <a:cubicBezTo>
                  <a:pt x="1630373" y="6324928"/>
                  <a:pt x="1370559" y="6264558"/>
                  <a:pt x="1051167" y="6299824"/>
                </a:cubicBezTo>
                <a:cubicBezTo>
                  <a:pt x="731775" y="6335090"/>
                  <a:pt x="439953" y="6186404"/>
                  <a:pt x="0" y="6299824"/>
                </a:cubicBezTo>
                <a:cubicBezTo>
                  <a:pt x="-23742" y="6189831"/>
                  <a:pt x="2532" y="6030691"/>
                  <a:pt x="0" y="5916107"/>
                </a:cubicBezTo>
                <a:cubicBezTo>
                  <a:pt x="-2532" y="5801523"/>
                  <a:pt x="21361" y="5422159"/>
                  <a:pt x="0" y="5280398"/>
                </a:cubicBezTo>
                <a:cubicBezTo>
                  <a:pt x="-21361" y="5138637"/>
                  <a:pt x="53032" y="4778027"/>
                  <a:pt x="0" y="4581690"/>
                </a:cubicBezTo>
                <a:cubicBezTo>
                  <a:pt x="-53032" y="4385353"/>
                  <a:pt x="3786" y="4211579"/>
                  <a:pt x="0" y="4008979"/>
                </a:cubicBezTo>
                <a:cubicBezTo>
                  <a:pt x="-3786" y="3806379"/>
                  <a:pt x="163" y="3810241"/>
                  <a:pt x="0" y="3625262"/>
                </a:cubicBezTo>
                <a:cubicBezTo>
                  <a:pt x="-163" y="3440283"/>
                  <a:pt x="31606" y="3405395"/>
                  <a:pt x="0" y="3241546"/>
                </a:cubicBezTo>
                <a:cubicBezTo>
                  <a:pt x="-31606" y="3077697"/>
                  <a:pt x="30588" y="2935987"/>
                  <a:pt x="0" y="2857829"/>
                </a:cubicBezTo>
                <a:cubicBezTo>
                  <a:pt x="-30588" y="2779671"/>
                  <a:pt x="58567" y="2501971"/>
                  <a:pt x="0" y="2348116"/>
                </a:cubicBezTo>
                <a:cubicBezTo>
                  <a:pt x="-58567" y="2194261"/>
                  <a:pt x="17625" y="1944814"/>
                  <a:pt x="0" y="1775405"/>
                </a:cubicBezTo>
                <a:cubicBezTo>
                  <a:pt x="-17625" y="1605996"/>
                  <a:pt x="24562" y="1555777"/>
                  <a:pt x="0" y="1391688"/>
                </a:cubicBezTo>
                <a:cubicBezTo>
                  <a:pt x="-24562" y="1227599"/>
                  <a:pt x="65318" y="903595"/>
                  <a:pt x="0" y="755979"/>
                </a:cubicBezTo>
                <a:cubicBezTo>
                  <a:pt x="-65318" y="608363"/>
                  <a:pt x="7640" y="22087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xmlns="" sd="112490811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Akhbar MT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30B0B9-20B0-43FB-BA54-4570C5E1ECEF}"/>
              </a:ext>
            </a:extLst>
          </p:cNvPr>
          <p:cNvSpPr/>
          <p:nvPr/>
        </p:nvSpPr>
        <p:spPr>
          <a:xfrm>
            <a:off x="2300025" y="371305"/>
            <a:ext cx="7085197" cy="880741"/>
          </a:xfrm>
          <a:custGeom>
            <a:avLst/>
            <a:gdLst>
              <a:gd name="connsiteX0" fmla="*/ 0 w 7085197"/>
              <a:gd name="connsiteY0" fmla="*/ 0 h 880741"/>
              <a:gd name="connsiteX1" fmla="*/ 732137 w 7085197"/>
              <a:gd name="connsiteY1" fmla="*/ 0 h 880741"/>
              <a:gd name="connsiteX2" fmla="*/ 1251718 w 7085197"/>
              <a:gd name="connsiteY2" fmla="*/ 0 h 880741"/>
              <a:gd name="connsiteX3" fmla="*/ 1983855 w 7085197"/>
              <a:gd name="connsiteY3" fmla="*/ 0 h 880741"/>
              <a:gd name="connsiteX4" fmla="*/ 2503436 w 7085197"/>
              <a:gd name="connsiteY4" fmla="*/ 0 h 880741"/>
              <a:gd name="connsiteX5" fmla="*/ 3023017 w 7085197"/>
              <a:gd name="connsiteY5" fmla="*/ 0 h 880741"/>
              <a:gd name="connsiteX6" fmla="*/ 3400895 w 7085197"/>
              <a:gd name="connsiteY6" fmla="*/ 0 h 880741"/>
              <a:gd name="connsiteX7" fmla="*/ 3849624 w 7085197"/>
              <a:gd name="connsiteY7" fmla="*/ 0 h 880741"/>
              <a:gd name="connsiteX8" fmla="*/ 4581761 w 7085197"/>
              <a:gd name="connsiteY8" fmla="*/ 0 h 880741"/>
              <a:gd name="connsiteX9" fmla="*/ 4959638 w 7085197"/>
              <a:gd name="connsiteY9" fmla="*/ 0 h 880741"/>
              <a:gd name="connsiteX10" fmla="*/ 5408367 w 7085197"/>
              <a:gd name="connsiteY10" fmla="*/ 0 h 880741"/>
              <a:gd name="connsiteX11" fmla="*/ 5786244 w 7085197"/>
              <a:gd name="connsiteY11" fmla="*/ 0 h 880741"/>
              <a:gd name="connsiteX12" fmla="*/ 6376677 w 7085197"/>
              <a:gd name="connsiteY12" fmla="*/ 0 h 880741"/>
              <a:gd name="connsiteX13" fmla="*/ 7085197 w 7085197"/>
              <a:gd name="connsiteY13" fmla="*/ 0 h 880741"/>
              <a:gd name="connsiteX14" fmla="*/ 7085197 w 7085197"/>
              <a:gd name="connsiteY14" fmla="*/ 457985 h 880741"/>
              <a:gd name="connsiteX15" fmla="*/ 7085197 w 7085197"/>
              <a:gd name="connsiteY15" fmla="*/ 880741 h 880741"/>
              <a:gd name="connsiteX16" fmla="*/ 6353060 w 7085197"/>
              <a:gd name="connsiteY16" fmla="*/ 880741 h 880741"/>
              <a:gd name="connsiteX17" fmla="*/ 5904331 w 7085197"/>
              <a:gd name="connsiteY17" fmla="*/ 880741 h 880741"/>
              <a:gd name="connsiteX18" fmla="*/ 5313898 w 7085197"/>
              <a:gd name="connsiteY18" fmla="*/ 880741 h 880741"/>
              <a:gd name="connsiteX19" fmla="*/ 4794317 w 7085197"/>
              <a:gd name="connsiteY19" fmla="*/ 880741 h 880741"/>
              <a:gd name="connsiteX20" fmla="*/ 4133032 w 7085197"/>
              <a:gd name="connsiteY20" fmla="*/ 880741 h 880741"/>
              <a:gd name="connsiteX21" fmla="*/ 3542599 w 7085197"/>
              <a:gd name="connsiteY21" fmla="*/ 880741 h 880741"/>
              <a:gd name="connsiteX22" fmla="*/ 3093869 w 7085197"/>
              <a:gd name="connsiteY22" fmla="*/ 880741 h 880741"/>
              <a:gd name="connsiteX23" fmla="*/ 2645140 w 7085197"/>
              <a:gd name="connsiteY23" fmla="*/ 880741 h 880741"/>
              <a:gd name="connsiteX24" fmla="*/ 2196411 w 7085197"/>
              <a:gd name="connsiteY24" fmla="*/ 880741 h 880741"/>
              <a:gd name="connsiteX25" fmla="*/ 1464274 w 7085197"/>
              <a:gd name="connsiteY25" fmla="*/ 880741 h 880741"/>
              <a:gd name="connsiteX26" fmla="*/ 944693 w 7085197"/>
              <a:gd name="connsiteY26" fmla="*/ 880741 h 880741"/>
              <a:gd name="connsiteX27" fmla="*/ 0 w 7085197"/>
              <a:gd name="connsiteY27" fmla="*/ 880741 h 880741"/>
              <a:gd name="connsiteX28" fmla="*/ 0 w 7085197"/>
              <a:gd name="connsiteY28" fmla="*/ 449178 h 880741"/>
              <a:gd name="connsiteX29" fmla="*/ 0 w 7085197"/>
              <a:gd name="connsiteY29" fmla="*/ 0 h 88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085197" h="880741" fill="none" extrusionOk="0">
                <a:moveTo>
                  <a:pt x="0" y="0"/>
                </a:moveTo>
                <a:cubicBezTo>
                  <a:pt x="168569" y="-632"/>
                  <a:pt x="409789" y="64738"/>
                  <a:pt x="732137" y="0"/>
                </a:cubicBezTo>
                <a:cubicBezTo>
                  <a:pt x="1054485" y="-64738"/>
                  <a:pt x="1106946" y="23493"/>
                  <a:pt x="1251718" y="0"/>
                </a:cubicBezTo>
                <a:cubicBezTo>
                  <a:pt x="1396490" y="-23493"/>
                  <a:pt x="1648090" y="30619"/>
                  <a:pt x="1983855" y="0"/>
                </a:cubicBezTo>
                <a:cubicBezTo>
                  <a:pt x="2319620" y="-30619"/>
                  <a:pt x="2321873" y="24468"/>
                  <a:pt x="2503436" y="0"/>
                </a:cubicBezTo>
                <a:cubicBezTo>
                  <a:pt x="2684999" y="-24468"/>
                  <a:pt x="2816435" y="16268"/>
                  <a:pt x="3023017" y="0"/>
                </a:cubicBezTo>
                <a:cubicBezTo>
                  <a:pt x="3229599" y="-16268"/>
                  <a:pt x="3280356" y="34423"/>
                  <a:pt x="3400895" y="0"/>
                </a:cubicBezTo>
                <a:cubicBezTo>
                  <a:pt x="3521434" y="-34423"/>
                  <a:pt x="3698304" y="40919"/>
                  <a:pt x="3849624" y="0"/>
                </a:cubicBezTo>
                <a:cubicBezTo>
                  <a:pt x="4000944" y="-40919"/>
                  <a:pt x="4311812" y="45742"/>
                  <a:pt x="4581761" y="0"/>
                </a:cubicBezTo>
                <a:cubicBezTo>
                  <a:pt x="4851710" y="-45742"/>
                  <a:pt x="4814801" y="32628"/>
                  <a:pt x="4959638" y="0"/>
                </a:cubicBezTo>
                <a:cubicBezTo>
                  <a:pt x="5104475" y="-32628"/>
                  <a:pt x="5206749" y="5392"/>
                  <a:pt x="5408367" y="0"/>
                </a:cubicBezTo>
                <a:cubicBezTo>
                  <a:pt x="5609985" y="-5392"/>
                  <a:pt x="5635121" y="11055"/>
                  <a:pt x="5786244" y="0"/>
                </a:cubicBezTo>
                <a:cubicBezTo>
                  <a:pt x="5937367" y="-11055"/>
                  <a:pt x="6162683" y="59789"/>
                  <a:pt x="6376677" y="0"/>
                </a:cubicBezTo>
                <a:cubicBezTo>
                  <a:pt x="6590671" y="-59789"/>
                  <a:pt x="6743054" y="71431"/>
                  <a:pt x="7085197" y="0"/>
                </a:cubicBezTo>
                <a:cubicBezTo>
                  <a:pt x="7128588" y="118338"/>
                  <a:pt x="7052096" y="339704"/>
                  <a:pt x="7085197" y="457985"/>
                </a:cubicBezTo>
                <a:cubicBezTo>
                  <a:pt x="7118298" y="576266"/>
                  <a:pt x="7044947" y="710494"/>
                  <a:pt x="7085197" y="880741"/>
                </a:cubicBezTo>
                <a:cubicBezTo>
                  <a:pt x="6720224" y="948427"/>
                  <a:pt x="6533426" y="812661"/>
                  <a:pt x="6353060" y="880741"/>
                </a:cubicBezTo>
                <a:cubicBezTo>
                  <a:pt x="6172694" y="948821"/>
                  <a:pt x="6090505" y="839231"/>
                  <a:pt x="5904331" y="880741"/>
                </a:cubicBezTo>
                <a:cubicBezTo>
                  <a:pt x="5718157" y="922251"/>
                  <a:pt x="5523208" y="844443"/>
                  <a:pt x="5313898" y="880741"/>
                </a:cubicBezTo>
                <a:cubicBezTo>
                  <a:pt x="5104588" y="917039"/>
                  <a:pt x="4956888" y="828888"/>
                  <a:pt x="4794317" y="880741"/>
                </a:cubicBezTo>
                <a:cubicBezTo>
                  <a:pt x="4631746" y="932594"/>
                  <a:pt x="4455989" y="856826"/>
                  <a:pt x="4133032" y="880741"/>
                </a:cubicBezTo>
                <a:cubicBezTo>
                  <a:pt x="3810075" y="904656"/>
                  <a:pt x="3744901" y="854110"/>
                  <a:pt x="3542599" y="880741"/>
                </a:cubicBezTo>
                <a:cubicBezTo>
                  <a:pt x="3340297" y="907372"/>
                  <a:pt x="3290666" y="851289"/>
                  <a:pt x="3093869" y="880741"/>
                </a:cubicBezTo>
                <a:cubicBezTo>
                  <a:pt x="2897072" y="910193"/>
                  <a:pt x="2766519" y="863737"/>
                  <a:pt x="2645140" y="880741"/>
                </a:cubicBezTo>
                <a:cubicBezTo>
                  <a:pt x="2523761" y="897745"/>
                  <a:pt x="2406309" y="830306"/>
                  <a:pt x="2196411" y="880741"/>
                </a:cubicBezTo>
                <a:cubicBezTo>
                  <a:pt x="1986513" y="931176"/>
                  <a:pt x="1650643" y="878463"/>
                  <a:pt x="1464274" y="880741"/>
                </a:cubicBezTo>
                <a:cubicBezTo>
                  <a:pt x="1277905" y="883019"/>
                  <a:pt x="1102758" y="851736"/>
                  <a:pt x="944693" y="880741"/>
                </a:cubicBezTo>
                <a:cubicBezTo>
                  <a:pt x="786628" y="909746"/>
                  <a:pt x="360252" y="770357"/>
                  <a:pt x="0" y="880741"/>
                </a:cubicBezTo>
                <a:cubicBezTo>
                  <a:pt x="-14859" y="765293"/>
                  <a:pt x="41235" y="610131"/>
                  <a:pt x="0" y="449178"/>
                </a:cubicBezTo>
                <a:cubicBezTo>
                  <a:pt x="-41235" y="288225"/>
                  <a:pt x="5079" y="179965"/>
                  <a:pt x="0" y="0"/>
                </a:cubicBezTo>
                <a:close/>
              </a:path>
              <a:path w="7085197" h="880741" stroke="0" extrusionOk="0">
                <a:moveTo>
                  <a:pt x="0" y="0"/>
                </a:moveTo>
                <a:cubicBezTo>
                  <a:pt x="347655" y="-85645"/>
                  <a:pt x="380123" y="23599"/>
                  <a:pt x="732137" y="0"/>
                </a:cubicBezTo>
                <a:cubicBezTo>
                  <a:pt x="1084151" y="-23599"/>
                  <a:pt x="1193614" y="29798"/>
                  <a:pt x="1393422" y="0"/>
                </a:cubicBezTo>
                <a:cubicBezTo>
                  <a:pt x="1593230" y="-29798"/>
                  <a:pt x="1730222" y="52950"/>
                  <a:pt x="1983855" y="0"/>
                </a:cubicBezTo>
                <a:cubicBezTo>
                  <a:pt x="2237488" y="-52950"/>
                  <a:pt x="2312297" y="18553"/>
                  <a:pt x="2432584" y="0"/>
                </a:cubicBezTo>
                <a:cubicBezTo>
                  <a:pt x="2552871" y="-18553"/>
                  <a:pt x="2824802" y="24187"/>
                  <a:pt x="3093869" y="0"/>
                </a:cubicBezTo>
                <a:cubicBezTo>
                  <a:pt x="3362937" y="-24187"/>
                  <a:pt x="3550838" y="10706"/>
                  <a:pt x="3684302" y="0"/>
                </a:cubicBezTo>
                <a:cubicBezTo>
                  <a:pt x="3817766" y="-10706"/>
                  <a:pt x="3952718" y="48514"/>
                  <a:pt x="4203884" y="0"/>
                </a:cubicBezTo>
                <a:cubicBezTo>
                  <a:pt x="4455050" y="-48514"/>
                  <a:pt x="4576359" y="75606"/>
                  <a:pt x="4865169" y="0"/>
                </a:cubicBezTo>
                <a:cubicBezTo>
                  <a:pt x="5153980" y="-75606"/>
                  <a:pt x="5317315" y="22746"/>
                  <a:pt x="5455602" y="0"/>
                </a:cubicBezTo>
                <a:cubicBezTo>
                  <a:pt x="5593889" y="-22746"/>
                  <a:pt x="5795439" y="32333"/>
                  <a:pt x="5904331" y="0"/>
                </a:cubicBezTo>
                <a:cubicBezTo>
                  <a:pt x="6013223" y="-32333"/>
                  <a:pt x="6797893" y="52456"/>
                  <a:pt x="7085197" y="0"/>
                </a:cubicBezTo>
                <a:cubicBezTo>
                  <a:pt x="7132200" y="151038"/>
                  <a:pt x="7084595" y="294416"/>
                  <a:pt x="7085197" y="422756"/>
                </a:cubicBezTo>
                <a:cubicBezTo>
                  <a:pt x="7085799" y="551096"/>
                  <a:pt x="7069870" y="688658"/>
                  <a:pt x="7085197" y="880741"/>
                </a:cubicBezTo>
                <a:cubicBezTo>
                  <a:pt x="6885967" y="902833"/>
                  <a:pt x="6712269" y="817447"/>
                  <a:pt x="6423912" y="880741"/>
                </a:cubicBezTo>
                <a:cubicBezTo>
                  <a:pt x="6135555" y="944035"/>
                  <a:pt x="5941614" y="814630"/>
                  <a:pt x="5762627" y="880741"/>
                </a:cubicBezTo>
                <a:cubicBezTo>
                  <a:pt x="5583640" y="946852"/>
                  <a:pt x="5572851" y="844836"/>
                  <a:pt x="5384750" y="880741"/>
                </a:cubicBezTo>
                <a:cubicBezTo>
                  <a:pt x="5196649" y="916646"/>
                  <a:pt x="5128818" y="837508"/>
                  <a:pt x="4936021" y="880741"/>
                </a:cubicBezTo>
                <a:cubicBezTo>
                  <a:pt x="4743224" y="923974"/>
                  <a:pt x="4534496" y="880636"/>
                  <a:pt x="4416439" y="880741"/>
                </a:cubicBezTo>
                <a:cubicBezTo>
                  <a:pt x="4298382" y="880846"/>
                  <a:pt x="4098606" y="850166"/>
                  <a:pt x="3896858" y="880741"/>
                </a:cubicBezTo>
                <a:cubicBezTo>
                  <a:pt x="3695110" y="911316"/>
                  <a:pt x="3564732" y="822754"/>
                  <a:pt x="3377277" y="880741"/>
                </a:cubicBezTo>
                <a:cubicBezTo>
                  <a:pt x="3189822" y="938728"/>
                  <a:pt x="3083936" y="867417"/>
                  <a:pt x="2857696" y="880741"/>
                </a:cubicBezTo>
                <a:cubicBezTo>
                  <a:pt x="2631456" y="894065"/>
                  <a:pt x="2464997" y="815968"/>
                  <a:pt x="2267263" y="880741"/>
                </a:cubicBezTo>
                <a:cubicBezTo>
                  <a:pt x="2069529" y="945514"/>
                  <a:pt x="1910224" y="865218"/>
                  <a:pt x="1605978" y="880741"/>
                </a:cubicBezTo>
                <a:cubicBezTo>
                  <a:pt x="1301733" y="896264"/>
                  <a:pt x="1356366" y="857885"/>
                  <a:pt x="1157249" y="880741"/>
                </a:cubicBezTo>
                <a:cubicBezTo>
                  <a:pt x="958132" y="903597"/>
                  <a:pt x="357406" y="863470"/>
                  <a:pt x="0" y="880741"/>
                </a:cubicBezTo>
                <a:cubicBezTo>
                  <a:pt x="-20740" y="762120"/>
                  <a:pt x="25783" y="630153"/>
                  <a:pt x="0" y="422756"/>
                </a:cubicBezTo>
                <a:cubicBezTo>
                  <a:pt x="-25783" y="215359"/>
                  <a:pt x="27522" y="12463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210472520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 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2.9</a:t>
            </a:r>
            <a:r>
              <a:rPr kumimoji="0" lang="ar-AE" sz="3200" b="1" i="0" u="none" strike="noStrike" kern="1200" cap="none" spc="0" normalizeH="0" baseline="0" noProof="0" dirty="0">
                <a:ln>
                  <a:noFill/>
                </a:ln>
                <a:solidFill>
                  <a:srgbClr val="767E37"/>
                </a:solidFill>
                <a:effectLst/>
                <a:uLnTx/>
                <a:uFillTx/>
                <a:latin typeface="Sagona Book"/>
                <a:ea typeface="+mn-ea"/>
                <a:cs typeface="+mn-cs"/>
              </a:rPr>
              <a:t>المتوسط الحسابي المرجح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767E37"/>
              </a:solidFill>
              <a:effectLst/>
              <a:uLnTx/>
              <a:uFillTx/>
              <a:latin typeface="Sagona Book"/>
              <a:ea typeface="+mn-ea"/>
              <a:cs typeface="Akhbar MT" pitchFamily="2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14:cNvPr>
              <p14:cNvContentPartPr/>
              <p14:nvPr/>
            </p14:nvContentPartPr>
            <p14:xfrm>
              <a:off x="1514043" y="872017"/>
              <a:ext cx="7560" cy="86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F2E00A1-7AC2-44E3-AEE4-8693CA71EF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5043" y="863017"/>
                <a:ext cx="252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14:cNvPr>
              <p14:cNvContentPartPr/>
              <p14:nvPr/>
            </p14:nvContentPartPr>
            <p14:xfrm>
              <a:off x="4608243" y="942577"/>
              <a:ext cx="33480" cy="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F4D469-CDCF-45CF-BCA1-972ECCC0F2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99243" y="933968"/>
                <a:ext cx="51120" cy="24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14:cNvPr>
              <p14:cNvContentPartPr/>
              <p14:nvPr/>
            </p14:nvContentPartPr>
            <p14:xfrm>
              <a:off x="3295683" y="899377"/>
              <a:ext cx="4320" cy="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54CD52-C718-4E89-85B4-9B9B5CD162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7375" y="890377"/>
                <a:ext cx="20603" cy="198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14E80D92-860B-44ED-B4B1-80E0473D0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5050" y="1194729"/>
            <a:ext cx="34099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9AD1F2A2-8376-4F35-B743-3809DCB3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58729" y="1194729"/>
            <a:ext cx="5186840" cy="1636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84FE24-7DE5-4E18-9A62-7AC8A243908A}"/>
              </a:ext>
            </a:extLst>
          </p:cNvPr>
          <p:cNvGraphicFramePr>
            <a:graphicFrameLocks noGrp="1"/>
          </p:cNvGraphicFramePr>
          <p:nvPr/>
        </p:nvGraphicFramePr>
        <p:xfrm>
          <a:off x="523726" y="3148657"/>
          <a:ext cx="5040560" cy="3024336"/>
        </p:xfrm>
        <a:graphic>
          <a:graphicData uri="http://schemas.openxmlformats.org/drawingml/2006/table">
            <a:tbl>
              <a:tblPr rtl="1" firstRow="1" bandRow="1"/>
              <a:tblGrid>
                <a:gridCol w="126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92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rtl="1"/>
                      <a:endParaRPr lang="ar-A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400" b="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400" b="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400" b="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80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0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80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0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sz="2800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 Light" panose="020F0302020204030204"/>
                        </a:defRPr>
                      </a:lvl9pPr>
                    </a:lstStyle>
                    <a:p>
                      <a:pPr algn="ctr" rtl="1"/>
                      <a:endParaRPr lang="ar-AE" b="1" dirty="0">
                        <a:solidFill>
                          <a:srgbClr val="C00000"/>
                        </a:solidFill>
                        <a:cs typeface="FS_Free" pitchFamily="2" charset="-78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86077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616</Words>
  <Application>Microsoft Office PowerPoint</Application>
  <PresentationFormat>Widescreen</PresentationFormat>
  <Paragraphs>112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Aharoni</vt:lpstr>
      <vt:lpstr>Akhbar MT</vt:lpstr>
      <vt:lpstr>Arial</vt:lpstr>
      <vt:lpstr>Avenir Next LT Pro</vt:lpstr>
      <vt:lpstr>Calibri</vt:lpstr>
      <vt:lpstr>Calibri Light</vt:lpstr>
      <vt:lpstr>Cambria Math</vt:lpstr>
      <vt:lpstr>FS_Free</vt:lpstr>
      <vt:lpstr>Sagona Book</vt:lpstr>
      <vt:lpstr>The Hand Extrablack</vt:lpstr>
      <vt:lpstr>BlobVTI</vt:lpstr>
      <vt:lpstr>مراجعة الوحدة الثانية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مراجعة الوحدة الثانية</dc:title>
  <dc:creator>عبير العوضي</dc:creator>
  <cp:lastModifiedBy>dell</cp:lastModifiedBy>
  <cp:revision>32</cp:revision>
  <dcterms:created xsi:type="dcterms:W3CDTF">2020-11-10T13:17:59Z</dcterms:created>
  <dcterms:modified xsi:type="dcterms:W3CDTF">2026-10-25T10:32:15Z</dcterms:modified>
</cp:coreProperties>
</file>